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71" r:id="rId1"/>
  </p:sldMasterIdLst>
  <p:notesMasterIdLst>
    <p:notesMasterId r:id="rId18"/>
  </p:notesMasterIdLst>
  <p:sldIdLst>
    <p:sldId id="256" r:id="rId2"/>
    <p:sldId id="257" r:id="rId3"/>
    <p:sldId id="258" r:id="rId4"/>
    <p:sldId id="259" r:id="rId5"/>
    <p:sldId id="260" r:id="rId6"/>
    <p:sldId id="268" r:id="rId7"/>
    <p:sldId id="261" r:id="rId8"/>
    <p:sldId id="262" r:id="rId9"/>
    <p:sldId id="263" r:id="rId10"/>
    <p:sldId id="264" r:id="rId11"/>
    <p:sldId id="265" r:id="rId12"/>
    <p:sldId id="266" r:id="rId13"/>
    <p:sldId id="271" r:id="rId14"/>
    <p:sldId id="267" r:id="rId15"/>
    <p:sldId id="270" r:id="rId16"/>
    <p:sldId id="269" r:id="rId17"/>
  </p:sldIdLst>
  <p:sldSz cx="9144000" cy="5143500" type="screen16x9"/>
  <p:notesSz cx="6858000" cy="9144000"/>
  <p:embeddedFontLst>
    <p:embeddedFont>
      <p:font typeface="Garamond" panose="02020404030301010803" pitchFamily="18" charset="0"/>
      <p:regular r:id="rId19"/>
      <p:bold r:id="rId20"/>
      <p:italic r:id="rId21"/>
    </p:embeddedFont>
    <p:embeddedFont>
      <p:font typeface="Google Sans" panose="020B0604020202020204" charset="0"/>
      <p:regular r:id="rId22"/>
      <p:bold r:id="rId23"/>
      <p:italic r:id="rId24"/>
      <p:boldItalic r:id="rId25"/>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3" d="100"/>
          <a:sy n="103" d="100"/>
        </p:scale>
        <p:origin x="874" y="77"/>
      </p:cViewPr>
      <p:guideLst>
        <p:guide orient="horz" pos="162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font" Target="fonts/font3.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font" Target="fonts/font7.fntdata"/><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font" Target="fonts/font2.fntdata"/><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6.fnt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5.fntdata"/><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font" Target="fonts/font1.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4.fntdata"/><Relationship Id="rId27"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5"/>
        <p:cNvGrpSpPr/>
        <p:nvPr/>
      </p:nvGrpSpPr>
      <p:grpSpPr>
        <a:xfrm>
          <a:off x="0" y="0"/>
          <a:ext cx="0" cy="0"/>
          <a:chOff x="0" y="0"/>
          <a:chExt cx="0" cy="0"/>
        </a:xfrm>
      </p:grpSpPr>
      <p:sp>
        <p:nvSpPr>
          <p:cNvPr id="96" name="Google Shape;96;g3ad07014906_2_4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7" name="Google Shape;97;g3ad07014906_2_4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2"/>
        <p:cNvGrpSpPr/>
        <p:nvPr/>
      </p:nvGrpSpPr>
      <p:grpSpPr>
        <a:xfrm>
          <a:off x="0" y="0"/>
          <a:ext cx="0" cy="0"/>
          <a:chOff x="0" y="0"/>
          <a:chExt cx="0" cy="0"/>
        </a:xfrm>
      </p:grpSpPr>
      <p:sp>
        <p:nvSpPr>
          <p:cNvPr id="103" name="Google Shape;103;g3ad07014906_2_5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04" name="Google Shape;104;g3ad07014906_2_5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p:cNvGrpSpPr/>
        <p:nvPr/>
      </p:nvGrpSpPr>
      <p:grpSpPr>
        <a:xfrm>
          <a:off x="0" y="0"/>
          <a:ext cx="0" cy="0"/>
          <a:chOff x="0" y="0"/>
          <a:chExt cx="0" cy="0"/>
        </a:xfrm>
      </p:grpSpPr>
      <p:sp>
        <p:nvSpPr>
          <p:cNvPr id="109" name="Google Shape;109;g3ad07014906_2_5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10" name="Google Shape;110;g3ad07014906_2_5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p:cNvGrpSpPr/>
        <p:nvPr/>
      </p:nvGrpSpPr>
      <p:grpSpPr>
        <a:xfrm>
          <a:off x="0" y="0"/>
          <a:ext cx="0" cy="0"/>
          <a:chOff x="0" y="0"/>
          <a:chExt cx="0" cy="0"/>
        </a:xfrm>
      </p:grpSpPr>
      <p:sp>
        <p:nvSpPr>
          <p:cNvPr id="115" name="Google Shape;115;g3ad07014906_2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16" name="Google Shape;116;g3ad07014906_2_6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0"/>
        <p:cNvGrpSpPr/>
        <p:nvPr/>
      </p:nvGrpSpPr>
      <p:grpSpPr>
        <a:xfrm>
          <a:off x="0" y="0"/>
          <a:ext cx="0" cy="0"/>
          <a:chOff x="0" y="0"/>
          <a:chExt cx="0" cy="0"/>
        </a:xfrm>
      </p:grpSpPr>
      <p:sp>
        <p:nvSpPr>
          <p:cNvPr id="121" name="Google Shape;121;g3ad07014906_2_6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22" name="Google Shape;122;g3ad07014906_2_6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8"/>
        <p:cNvGrpSpPr/>
        <p:nvPr/>
      </p:nvGrpSpPr>
      <p:grpSpPr>
        <a:xfrm>
          <a:off x="0" y="0"/>
          <a:ext cx="0" cy="0"/>
          <a:chOff x="0" y="0"/>
          <a:chExt cx="0" cy="0"/>
        </a:xfrm>
      </p:grpSpPr>
      <p:sp>
        <p:nvSpPr>
          <p:cNvPr id="169" name="Google Shape;169;g3ad07014906_2_1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0" name="Google Shape;170;g3ad07014906_2_13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dirty="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6"/>
        <p:cNvGrpSpPr/>
        <p:nvPr/>
      </p:nvGrpSpPr>
      <p:grpSpPr>
        <a:xfrm>
          <a:off x="0" y="0"/>
          <a:ext cx="0" cy="0"/>
          <a:chOff x="0" y="0"/>
          <a:chExt cx="0" cy="0"/>
        </a:xfrm>
      </p:grpSpPr>
      <p:sp>
        <p:nvSpPr>
          <p:cNvPr id="127" name="Google Shape;127;g3ad07014906_2_9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28" name="Google Shape;128;g3ad07014906_2_9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2"/>
        <p:cNvGrpSpPr/>
        <p:nvPr/>
      </p:nvGrpSpPr>
      <p:grpSpPr>
        <a:xfrm>
          <a:off x="0" y="0"/>
          <a:ext cx="0" cy="0"/>
          <a:chOff x="0" y="0"/>
          <a:chExt cx="0" cy="0"/>
        </a:xfrm>
      </p:grpSpPr>
      <p:sp>
        <p:nvSpPr>
          <p:cNvPr id="133" name="Google Shape;133;g3ad07014906_2_7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34" name="Google Shape;134;g3ad07014906_2_7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8"/>
        <p:cNvGrpSpPr/>
        <p:nvPr/>
      </p:nvGrpSpPr>
      <p:grpSpPr>
        <a:xfrm>
          <a:off x="0" y="0"/>
          <a:ext cx="0" cy="0"/>
          <a:chOff x="0" y="0"/>
          <a:chExt cx="0" cy="0"/>
        </a:xfrm>
      </p:grpSpPr>
      <p:sp>
        <p:nvSpPr>
          <p:cNvPr id="139" name="Google Shape;139;g3ad07014906_2_8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40" name="Google Shape;140;g3ad07014906_2_8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4"/>
        <p:cNvGrpSpPr/>
        <p:nvPr/>
      </p:nvGrpSpPr>
      <p:grpSpPr>
        <a:xfrm>
          <a:off x="0" y="0"/>
          <a:ext cx="0" cy="0"/>
          <a:chOff x="0" y="0"/>
          <a:chExt cx="0" cy="0"/>
        </a:xfrm>
      </p:grpSpPr>
      <p:sp>
        <p:nvSpPr>
          <p:cNvPr id="145" name="Google Shape;145;g3ad07014906_2_8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46" name="Google Shape;146;g3ad07014906_2_8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0"/>
        <p:cNvGrpSpPr/>
        <p:nvPr/>
      </p:nvGrpSpPr>
      <p:grpSpPr>
        <a:xfrm>
          <a:off x="0" y="0"/>
          <a:ext cx="0" cy="0"/>
          <a:chOff x="0" y="0"/>
          <a:chExt cx="0" cy="0"/>
        </a:xfrm>
      </p:grpSpPr>
      <p:sp>
        <p:nvSpPr>
          <p:cNvPr id="151" name="Google Shape;151;g3ad07014906_2_10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52" name="Google Shape;152;g3ad07014906_2_10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6"/>
        <p:cNvGrpSpPr/>
        <p:nvPr/>
      </p:nvGrpSpPr>
      <p:grpSpPr>
        <a:xfrm>
          <a:off x="0" y="0"/>
          <a:ext cx="0" cy="0"/>
          <a:chOff x="0" y="0"/>
          <a:chExt cx="0" cy="0"/>
        </a:xfrm>
      </p:grpSpPr>
      <p:sp>
        <p:nvSpPr>
          <p:cNvPr id="157" name="Google Shape;157;g3ad07014906_2_1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58" name="Google Shape;158;g3ad07014906_2_11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8">
          <a:extLst>
            <a:ext uri="{FF2B5EF4-FFF2-40B4-BE49-F238E27FC236}">
              <a16:creationId xmlns:a16="http://schemas.microsoft.com/office/drawing/2014/main" id="{70CF2AA4-C805-2EBD-E8F7-608A2657AE73}"/>
            </a:ext>
          </a:extLst>
        </p:cNvPr>
        <p:cNvGrpSpPr/>
        <p:nvPr/>
      </p:nvGrpSpPr>
      <p:grpSpPr>
        <a:xfrm>
          <a:off x="0" y="0"/>
          <a:ext cx="0" cy="0"/>
          <a:chOff x="0" y="0"/>
          <a:chExt cx="0" cy="0"/>
        </a:xfrm>
      </p:grpSpPr>
      <p:sp>
        <p:nvSpPr>
          <p:cNvPr id="169" name="Google Shape;169;g3ad07014906_2_130:notes">
            <a:extLst>
              <a:ext uri="{FF2B5EF4-FFF2-40B4-BE49-F238E27FC236}">
                <a16:creationId xmlns:a16="http://schemas.microsoft.com/office/drawing/2014/main" id="{220E8F02-79C3-ACCA-83D8-2265B88CA32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0" name="Google Shape;170;g3ad07014906_2_130:notes">
            <a:extLst>
              <a:ext uri="{FF2B5EF4-FFF2-40B4-BE49-F238E27FC236}">
                <a16:creationId xmlns:a16="http://schemas.microsoft.com/office/drawing/2014/main" id="{5E79ACF0-CCB4-042E-60ED-94B40AA0BE24}"/>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dirty="0"/>
          </a:p>
        </p:txBody>
      </p:sp>
    </p:spTree>
    <p:extLst>
      <p:ext uri="{BB962C8B-B14F-4D97-AF65-F5344CB8AC3E}">
        <p14:creationId xmlns:p14="http://schemas.microsoft.com/office/powerpoint/2010/main" val="381959304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2"/>
        <p:cNvGrpSpPr/>
        <p:nvPr/>
      </p:nvGrpSpPr>
      <p:grpSpPr>
        <a:xfrm>
          <a:off x="0" y="0"/>
          <a:ext cx="0" cy="0"/>
          <a:chOff x="0" y="0"/>
          <a:chExt cx="0" cy="0"/>
        </a:xfrm>
      </p:grpSpPr>
      <p:sp>
        <p:nvSpPr>
          <p:cNvPr id="163" name="Google Shape;163;g3ad07014906_2_1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64" name="Google Shape;164;g3ad07014906_2_12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8">
          <a:extLst>
            <a:ext uri="{FF2B5EF4-FFF2-40B4-BE49-F238E27FC236}">
              <a16:creationId xmlns:a16="http://schemas.microsoft.com/office/drawing/2014/main" id="{B7A2A32D-4A32-46F4-B1FB-5C916D38EC38}"/>
            </a:ext>
          </a:extLst>
        </p:cNvPr>
        <p:cNvGrpSpPr/>
        <p:nvPr/>
      </p:nvGrpSpPr>
      <p:grpSpPr>
        <a:xfrm>
          <a:off x="0" y="0"/>
          <a:ext cx="0" cy="0"/>
          <a:chOff x="0" y="0"/>
          <a:chExt cx="0" cy="0"/>
        </a:xfrm>
      </p:grpSpPr>
      <p:sp>
        <p:nvSpPr>
          <p:cNvPr id="169" name="Google Shape;169;g3ad07014906_2_130:notes">
            <a:extLst>
              <a:ext uri="{FF2B5EF4-FFF2-40B4-BE49-F238E27FC236}">
                <a16:creationId xmlns:a16="http://schemas.microsoft.com/office/drawing/2014/main" id="{B25E8F87-5418-A17E-CE99-E4E27D62A08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0" name="Google Shape;170;g3ad07014906_2_130:notes">
            <a:extLst>
              <a:ext uri="{FF2B5EF4-FFF2-40B4-BE49-F238E27FC236}">
                <a16:creationId xmlns:a16="http://schemas.microsoft.com/office/drawing/2014/main" id="{2E1DB14B-01DA-4770-6CC6-F78341E7ED71}"/>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dirty="0"/>
          </a:p>
        </p:txBody>
      </p:sp>
    </p:spTree>
    <p:extLst>
      <p:ext uri="{BB962C8B-B14F-4D97-AF65-F5344CB8AC3E}">
        <p14:creationId xmlns:p14="http://schemas.microsoft.com/office/powerpoint/2010/main" val="157776285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3"/>
        <p:cNvGrpSpPr/>
        <p:nvPr/>
      </p:nvGrpSpPr>
      <p:grpSpPr>
        <a:xfrm>
          <a:off x="0" y="0"/>
          <a:ext cx="0" cy="0"/>
          <a:chOff x="0" y="0"/>
          <a:chExt cx="0" cy="0"/>
        </a:xfrm>
      </p:grpSpPr>
      <p:sp>
        <p:nvSpPr>
          <p:cNvPr id="174" name="Google Shape;174;g3ad07014906_2_13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5" name="Google Shape;175;g3ad07014906_2_13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54"/>
        <p:cNvGrpSpPr/>
        <p:nvPr/>
      </p:nvGrpSpPr>
      <p:grpSpPr>
        <a:xfrm>
          <a:off x="0" y="0"/>
          <a:ext cx="0" cy="0"/>
          <a:chOff x="0" y="0"/>
          <a:chExt cx="0" cy="0"/>
        </a:xfrm>
      </p:grpSpPr>
      <p:sp>
        <p:nvSpPr>
          <p:cNvPr id="55" name="Google Shape;55;p14"/>
          <p:cNvSpPr txBox="1">
            <a:spLocks noGrp="1"/>
          </p:cNvSpPr>
          <p:nvPr>
            <p:ph type="ctrTitle"/>
          </p:nvPr>
        </p:nvSpPr>
        <p:spPr>
          <a:xfrm>
            <a:off x="311708" y="744575"/>
            <a:ext cx="8520600" cy="20526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5200"/>
              <a:buNone/>
              <a:defRPr sz="5200"/>
            </a:lvl1pPr>
            <a:lvl2pPr lvl="1" algn="ctr">
              <a:lnSpc>
                <a:spcPct val="100000"/>
              </a:lnSpc>
              <a:spcBef>
                <a:spcPts val="0"/>
              </a:spcBef>
              <a:spcAft>
                <a:spcPts val="0"/>
              </a:spcAft>
              <a:buSzPts val="5200"/>
              <a:buNone/>
              <a:defRPr sz="5200"/>
            </a:lvl2pPr>
            <a:lvl3pPr lvl="2" algn="ctr">
              <a:lnSpc>
                <a:spcPct val="100000"/>
              </a:lnSpc>
              <a:spcBef>
                <a:spcPts val="0"/>
              </a:spcBef>
              <a:spcAft>
                <a:spcPts val="0"/>
              </a:spcAft>
              <a:buSzPts val="5200"/>
              <a:buNone/>
              <a:defRPr sz="5200"/>
            </a:lvl3pPr>
            <a:lvl4pPr lvl="3" algn="ctr">
              <a:lnSpc>
                <a:spcPct val="100000"/>
              </a:lnSpc>
              <a:spcBef>
                <a:spcPts val="0"/>
              </a:spcBef>
              <a:spcAft>
                <a:spcPts val="0"/>
              </a:spcAft>
              <a:buSzPts val="5200"/>
              <a:buNone/>
              <a:defRPr sz="5200"/>
            </a:lvl4pPr>
            <a:lvl5pPr lvl="4" algn="ctr">
              <a:lnSpc>
                <a:spcPct val="100000"/>
              </a:lnSpc>
              <a:spcBef>
                <a:spcPts val="0"/>
              </a:spcBef>
              <a:spcAft>
                <a:spcPts val="0"/>
              </a:spcAft>
              <a:buSzPts val="5200"/>
              <a:buNone/>
              <a:defRPr sz="5200"/>
            </a:lvl5pPr>
            <a:lvl6pPr lvl="5" algn="ctr">
              <a:lnSpc>
                <a:spcPct val="100000"/>
              </a:lnSpc>
              <a:spcBef>
                <a:spcPts val="0"/>
              </a:spcBef>
              <a:spcAft>
                <a:spcPts val="0"/>
              </a:spcAft>
              <a:buSzPts val="5200"/>
              <a:buNone/>
              <a:defRPr sz="5200"/>
            </a:lvl6pPr>
            <a:lvl7pPr lvl="6" algn="ctr">
              <a:lnSpc>
                <a:spcPct val="100000"/>
              </a:lnSpc>
              <a:spcBef>
                <a:spcPts val="0"/>
              </a:spcBef>
              <a:spcAft>
                <a:spcPts val="0"/>
              </a:spcAft>
              <a:buSzPts val="5200"/>
              <a:buNone/>
              <a:defRPr sz="5200"/>
            </a:lvl7pPr>
            <a:lvl8pPr lvl="7" algn="ctr">
              <a:lnSpc>
                <a:spcPct val="100000"/>
              </a:lnSpc>
              <a:spcBef>
                <a:spcPts val="0"/>
              </a:spcBef>
              <a:spcAft>
                <a:spcPts val="0"/>
              </a:spcAft>
              <a:buSzPts val="5200"/>
              <a:buNone/>
              <a:defRPr sz="5200"/>
            </a:lvl8pPr>
            <a:lvl9pPr lvl="8" algn="ctr">
              <a:lnSpc>
                <a:spcPct val="100000"/>
              </a:lnSpc>
              <a:spcBef>
                <a:spcPts val="0"/>
              </a:spcBef>
              <a:spcAft>
                <a:spcPts val="0"/>
              </a:spcAft>
              <a:buSzPts val="5200"/>
              <a:buNone/>
              <a:defRPr sz="5200"/>
            </a:lvl9pPr>
          </a:lstStyle>
          <a:p>
            <a:endParaRPr/>
          </a:p>
        </p:txBody>
      </p:sp>
      <p:sp>
        <p:nvSpPr>
          <p:cNvPr id="56" name="Google Shape;56;p14"/>
          <p:cNvSpPr txBox="1">
            <a:spLocks noGrp="1"/>
          </p:cNvSpPr>
          <p:nvPr>
            <p:ph type="subTitle" idx="1"/>
          </p:nvPr>
        </p:nvSpPr>
        <p:spPr>
          <a:xfrm>
            <a:off x="311700" y="2834125"/>
            <a:ext cx="8520600" cy="792600"/>
          </a:xfrm>
          <a:prstGeom prst="rect">
            <a:avLst/>
          </a:prstGeom>
          <a:noFill/>
          <a:ln>
            <a:noFill/>
          </a:ln>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57" name="Google Shape;57;p14"/>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58"/>
        <p:cNvGrpSpPr/>
        <p:nvPr/>
      </p:nvGrpSpPr>
      <p:grpSpPr>
        <a:xfrm>
          <a:off x="0" y="0"/>
          <a:ext cx="0" cy="0"/>
          <a:chOff x="0" y="0"/>
          <a:chExt cx="0" cy="0"/>
        </a:xfrm>
      </p:grpSpPr>
      <p:sp>
        <p:nvSpPr>
          <p:cNvPr id="59" name="Google Shape;59;p15"/>
          <p:cNvSpPr txBox="1">
            <a:spLocks noGrp="1"/>
          </p:cNvSpPr>
          <p:nvPr>
            <p:ph type="title"/>
          </p:nvPr>
        </p:nvSpPr>
        <p:spPr>
          <a:xfrm>
            <a:off x="311700" y="2150850"/>
            <a:ext cx="8520600" cy="841800"/>
          </a:xfrm>
          <a:prstGeom prst="rect">
            <a:avLst/>
          </a:prstGeom>
          <a:noFill/>
          <a:ln>
            <a:noFill/>
          </a:ln>
        </p:spPr>
        <p:txBody>
          <a:bodyPr spcFirstLastPara="1" wrap="square" lIns="91425" tIns="91425" rIns="91425" bIns="91425" anchor="ctr" anchorCtr="0">
            <a:normAutofit/>
          </a:bodyPr>
          <a:lstStyle>
            <a:lvl1pPr lvl="0" algn="ctr">
              <a:lnSpc>
                <a:spcPct val="100000"/>
              </a:lnSpc>
              <a:spcBef>
                <a:spcPts val="0"/>
              </a:spcBef>
              <a:spcAft>
                <a:spcPts val="0"/>
              </a:spcAft>
              <a:buSzPts val="3600"/>
              <a:buNone/>
              <a:defRPr sz="3600"/>
            </a:lvl1pPr>
            <a:lvl2pPr lvl="1" algn="ctr">
              <a:lnSpc>
                <a:spcPct val="100000"/>
              </a:lnSpc>
              <a:spcBef>
                <a:spcPts val="0"/>
              </a:spcBef>
              <a:spcAft>
                <a:spcPts val="0"/>
              </a:spcAft>
              <a:buSzPts val="3600"/>
              <a:buNone/>
              <a:defRPr sz="3600"/>
            </a:lvl2pPr>
            <a:lvl3pPr lvl="2" algn="ctr">
              <a:lnSpc>
                <a:spcPct val="100000"/>
              </a:lnSpc>
              <a:spcBef>
                <a:spcPts val="0"/>
              </a:spcBef>
              <a:spcAft>
                <a:spcPts val="0"/>
              </a:spcAft>
              <a:buSzPts val="3600"/>
              <a:buNone/>
              <a:defRPr sz="3600"/>
            </a:lvl3pPr>
            <a:lvl4pPr lvl="3" algn="ctr">
              <a:lnSpc>
                <a:spcPct val="100000"/>
              </a:lnSpc>
              <a:spcBef>
                <a:spcPts val="0"/>
              </a:spcBef>
              <a:spcAft>
                <a:spcPts val="0"/>
              </a:spcAft>
              <a:buSzPts val="3600"/>
              <a:buNone/>
              <a:defRPr sz="3600"/>
            </a:lvl4pPr>
            <a:lvl5pPr lvl="4" algn="ctr">
              <a:lnSpc>
                <a:spcPct val="100000"/>
              </a:lnSpc>
              <a:spcBef>
                <a:spcPts val="0"/>
              </a:spcBef>
              <a:spcAft>
                <a:spcPts val="0"/>
              </a:spcAft>
              <a:buSzPts val="3600"/>
              <a:buNone/>
              <a:defRPr sz="3600"/>
            </a:lvl5pPr>
            <a:lvl6pPr lvl="5" algn="ctr">
              <a:lnSpc>
                <a:spcPct val="100000"/>
              </a:lnSpc>
              <a:spcBef>
                <a:spcPts val="0"/>
              </a:spcBef>
              <a:spcAft>
                <a:spcPts val="0"/>
              </a:spcAft>
              <a:buSzPts val="3600"/>
              <a:buNone/>
              <a:defRPr sz="3600"/>
            </a:lvl6pPr>
            <a:lvl7pPr lvl="6" algn="ctr">
              <a:lnSpc>
                <a:spcPct val="100000"/>
              </a:lnSpc>
              <a:spcBef>
                <a:spcPts val="0"/>
              </a:spcBef>
              <a:spcAft>
                <a:spcPts val="0"/>
              </a:spcAft>
              <a:buSzPts val="3600"/>
              <a:buNone/>
              <a:defRPr sz="3600"/>
            </a:lvl7pPr>
            <a:lvl8pPr lvl="7" algn="ctr">
              <a:lnSpc>
                <a:spcPct val="100000"/>
              </a:lnSpc>
              <a:spcBef>
                <a:spcPts val="0"/>
              </a:spcBef>
              <a:spcAft>
                <a:spcPts val="0"/>
              </a:spcAft>
              <a:buSzPts val="3600"/>
              <a:buNone/>
              <a:defRPr sz="3600"/>
            </a:lvl8pPr>
            <a:lvl9pPr lvl="8" algn="ctr">
              <a:lnSpc>
                <a:spcPct val="100000"/>
              </a:lnSpc>
              <a:spcBef>
                <a:spcPts val="0"/>
              </a:spcBef>
              <a:spcAft>
                <a:spcPts val="0"/>
              </a:spcAft>
              <a:buSzPts val="3600"/>
              <a:buNone/>
              <a:defRPr sz="3600"/>
            </a:lvl9pPr>
          </a:lstStyle>
          <a:p>
            <a:endParaRPr/>
          </a:p>
        </p:txBody>
      </p:sp>
      <p:sp>
        <p:nvSpPr>
          <p:cNvPr id="60" name="Google Shape;60;p15"/>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61"/>
        <p:cNvGrpSpPr/>
        <p:nvPr/>
      </p:nvGrpSpPr>
      <p:grpSpPr>
        <a:xfrm>
          <a:off x="0" y="0"/>
          <a:ext cx="0" cy="0"/>
          <a:chOff x="0" y="0"/>
          <a:chExt cx="0" cy="0"/>
        </a:xfrm>
      </p:grpSpPr>
      <p:sp>
        <p:nvSpPr>
          <p:cNvPr id="62" name="Google Shape;62;p16"/>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63" name="Google Shape;63;p16"/>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64" name="Google Shape;64;p16"/>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65"/>
        <p:cNvGrpSpPr/>
        <p:nvPr/>
      </p:nvGrpSpPr>
      <p:grpSpPr>
        <a:xfrm>
          <a:off x="0" y="0"/>
          <a:ext cx="0" cy="0"/>
          <a:chOff x="0" y="0"/>
          <a:chExt cx="0" cy="0"/>
        </a:xfrm>
      </p:grpSpPr>
      <p:sp>
        <p:nvSpPr>
          <p:cNvPr id="66" name="Google Shape;66;p17"/>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67" name="Google Shape;67;p17"/>
          <p:cNvSpPr txBox="1">
            <a:spLocks noGrp="1"/>
          </p:cNvSpPr>
          <p:nvPr>
            <p:ph type="body" idx="1"/>
          </p:nvPr>
        </p:nvSpPr>
        <p:spPr>
          <a:xfrm>
            <a:off x="311700" y="1152475"/>
            <a:ext cx="3999900" cy="3416400"/>
          </a:xfrm>
          <a:prstGeom prst="rect">
            <a:avLst/>
          </a:prstGeom>
          <a:noFill/>
          <a:ln>
            <a:noFill/>
          </a:ln>
        </p:spPr>
        <p:txBody>
          <a:bodyPr spcFirstLastPara="1" wrap="square" lIns="91425" tIns="91425" rIns="91425" bIns="91425" anchor="t" anchorCtr="0">
            <a:norm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68" name="Google Shape;68;p17"/>
          <p:cNvSpPr txBox="1">
            <a:spLocks noGrp="1"/>
          </p:cNvSpPr>
          <p:nvPr>
            <p:ph type="body" idx="2"/>
          </p:nvPr>
        </p:nvSpPr>
        <p:spPr>
          <a:xfrm>
            <a:off x="4832400" y="1152475"/>
            <a:ext cx="3999900" cy="3416400"/>
          </a:xfrm>
          <a:prstGeom prst="rect">
            <a:avLst/>
          </a:prstGeom>
          <a:noFill/>
          <a:ln>
            <a:noFill/>
          </a:ln>
        </p:spPr>
        <p:txBody>
          <a:bodyPr spcFirstLastPara="1" wrap="square" lIns="91425" tIns="91425" rIns="91425" bIns="91425" anchor="t" anchorCtr="0">
            <a:norm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69" name="Google Shape;69;p17"/>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70"/>
        <p:cNvGrpSpPr/>
        <p:nvPr/>
      </p:nvGrpSpPr>
      <p:grpSpPr>
        <a:xfrm>
          <a:off x="0" y="0"/>
          <a:ext cx="0" cy="0"/>
          <a:chOff x="0" y="0"/>
          <a:chExt cx="0" cy="0"/>
        </a:xfrm>
      </p:grpSpPr>
      <p:sp>
        <p:nvSpPr>
          <p:cNvPr id="71" name="Google Shape;71;p18"/>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72" name="Google Shape;72;p18"/>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73"/>
        <p:cNvGrpSpPr/>
        <p:nvPr/>
      </p:nvGrpSpPr>
      <p:grpSpPr>
        <a:xfrm>
          <a:off x="0" y="0"/>
          <a:ext cx="0" cy="0"/>
          <a:chOff x="0" y="0"/>
          <a:chExt cx="0" cy="0"/>
        </a:xfrm>
      </p:grpSpPr>
      <p:sp>
        <p:nvSpPr>
          <p:cNvPr id="74" name="Google Shape;74;p19"/>
          <p:cNvSpPr txBox="1">
            <a:spLocks noGrp="1"/>
          </p:cNvSpPr>
          <p:nvPr>
            <p:ph type="title"/>
          </p:nvPr>
        </p:nvSpPr>
        <p:spPr>
          <a:xfrm>
            <a:off x="311700" y="555600"/>
            <a:ext cx="2808000" cy="755700"/>
          </a:xfrm>
          <a:prstGeom prst="rect">
            <a:avLst/>
          </a:prstGeom>
          <a:noFill/>
          <a:ln>
            <a:noFill/>
          </a:ln>
        </p:spPr>
        <p:txBody>
          <a:bodyPr spcFirstLastPara="1" wrap="square" lIns="91425" tIns="91425" rIns="91425" bIns="91425" anchor="b" anchorCtr="0">
            <a:norm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a:endParaRPr/>
          </a:p>
        </p:txBody>
      </p:sp>
      <p:sp>
        <p:nvSpPr>
          <p:cNvPr id="75" name="Google Shape;75;p19"/>
          <p:cNvSpPr txBox="1">
            <a:spLocks noGrp="1"/>
          </p:cNvSpPr>
          <p:nvPr>
            <p:ph type="body" idx="1"/>
          </p:nvPr>
        </p:nvSpPr>
        <p:spPr>
          <a:xfrm>
            <a:off x="311700" y="1389600"/>
            <a:ext cx="2808000" cy="3179400"/>
          </a:xfrm>
          <a:prstGeom prst="rect">
            <a:avLst/>
          </a:prstGeom>
          <a:noFill/>
          <a:ln>
            <a:noFill/>
          </a:ln>
        </p:spPr>
        <p:txBody>
          <a:bodyPr spcFirstLastPara="1" wrap="square" lIns="91425" tIns="91425" rIns="91425" bIns="91425" anchor="t" anchorCtr="0">
            <a:normAutofit/>
          </a:bodyPr>
          <a:lstStyle>
            <a:lvl1pPr marL="457200" lvl="0" indent="-304800" algn="l">
              <a:lnSpc>
                <a:spcPct val="115000"/>
              </a:lnSpc>
              <a:spcBef>
                <a:spcPts val="0"/>
              </a:spcBef>
              <a:spcAft>
                <a:spcPts val="0"/>
              </a:spcAft>
              <a:buSzPts val="1200"/>
              <a:buChar char="●"/>
              <a:defRPr sz="12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76" name="Google Shape;76;p19"/>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80"/>
        <p:cNvGrpSpPr/>
        <p:nvPr/>
      </p:nvGrpSpPr>
      <p:grpSpPr>
        <a:xfrm>
          <a:off x="0" y="0"/>
          <a:ext cx="0" cy="0"/>
          <a:chOff x="0" y="0"/>
          <a:chExt cx="0" cy="0"/>
        </a:xfrm>
      </p:grpSpPr>
      <p:sp>
        <p:nvSpPr>
          <p:cNvPr id="81" name="Google Shape;81;p21"/>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2" name="Google Shape;82;p21"/>
          <p:cNvSpPr txBox="1">
            <a:spLocks noGrp="1"/>
          </p:cNvSpPr>
          <p:nvPr>
            <p:ph type="title"/>
          </p:nvPr>
        </p:nvSpPr>
        <p:spPr>
          <a:xfrm>
            <a:off x="265500" y="1233175"/>
            <a:ext cx="4045200" cy="14823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a:endParaRPr/>
          </a:p>
        </p:txBody>
      </p:sp>
      <p:sp>
        <p:nvSpPr>
          <p:cNvPr id="83" name="Google Shape;83;p21"/>
          <p:cNvSpPr txBox="1">
            <a:spLocks noGrp="1"/>
          </p:cNvSpPr>
          <p:nvPr>
            <p:ph type="subTitle" idx="1"/>
          </p:nvPr>
        </p:nvSpPr>
        <p:spPr>
          <a:xfrm>
            <a:off x="265500" y="2803075"/>
            <a:ext cx="4045200" cy="1235100"/>
          </a:xfrm>
          <a:prstGeom prst="rect">
            <a:avLst/>
          </a:prstGeom>
          <a:noFill/>
          <a:ln>
            <a:noFill/>
          </a:ln>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84" name="Google Shape;84;p21"/>
          <p:cNvSpPr txBox="1">
            <a:spLocks noGrp="1"/>
          </p:cNvSpPr>
          <p:nvPr>
            <p:ph type="body" idx="2"/>
          </p:nvPr>
        </p:nvSpPr>
        <p:spPr>
          <a:xfrm>
            <a:off x="4939500" y="724075"/>
            <a:ext cx="3837000" cy="3695100"/>
          </a:xfrm>
          <a:prstGeom prst="rect">
            <a:avLst/>
          </a:prstGeom>
          <a:noFill/>
          <a:ln>
            <a:noFill/>
          </a:ln>
        </p:spPr>
        <p:txBody>
          <a:bodyPr spcFirstLastPara="1" wrap="square" lIns="91425" tIns="91425" rIns="91425" bIns="91425" anchor="ctr"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85" name="Google Shape;85;p2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86"/>
        <p:cNvGrpSpPr/>
        <p:nvPr/>
      </p:nvGrpSpPr>
      <p:grpSpPr>
        <a:xfrm>
          <a:off x="0" y="0"/>
          <a:ext cx="0" cy="0"/>
          <a:chOff x="0" y="0"/>
          <a:chExt cx="0" cy="0"/>
        </a:xfrm>
      </p:grpSpPr>
      <p:sp>
        <p:nvSpPr>
          <p:cNvPr id="87" name="Google Shape;87;p22"/>
          <p:cNvSpPr txBox="1">
            <a:spLocks noGrp="1"/>
          </p:cNvSpPr>
          <p:nvPr>
            <p:ph type="body" idx="1"/>
          </p:nvPr>
        </p:nvSpPr>
        <p:spPr>
          <a:xfrm>
            <a:off x="311700" y="4230575"/>
            <a:ext cx="5998800" cy="605100"/>
          </a:xfrm>
          <a:prstGeom prst="rect">
            <a:avLst/>
          </a:prstGeom>
          <a:noFill/>
          <a:ln>
            <a:noFill/>
          </a:ln>
        </p:spPr>
        <p:txBody>
          <a:bodyPr spcFirstLastPara="1" wrap="square" lIns="91425" tIns="91425" rIns="91425" bIns="91425" anchor="ctr" anchorCtr="0">
            <a:normAutofit/>
          </a:bodyPr>
          <a:lstStyle>
            <a:lvl1pPr marL="457200" lvl="0" indent="-228600" algn="l">
              <a:lnSpc>
                <a:spcPct val="100000"/>
              </a:lnSpc>
              <a:spcBef>
                <a:spcPts val="0"/>
              </a:spcBef>
              <a:spcAft>
                <a:spcPts val="0"/>
              </a:spcAft>
              <a:buSzPts val="1800"/>
              <a:buNone/>
              <a:defRPr/>
            </a:lvl1pPr>
          </a:lstStyle>
          <a:p>
            <a:endParaRPr/>
          </a:p>
        </p:txBody>
      </p:sp>
      <p:sp>
        <p:nvSpPr>
          <p:cNvPr id="88" name="Google Shape;88;p2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89"/>
        <p:cNvGrpSpPr/>
        <p:nvPr/>
      </p:nvGrpSpPr>
      <p:grpSpPr>
        <a:xfrm>
          <a:off x="0" y="0"/>
          <a:ext cx="0" cy="0"/>
          <a:chOff x="0" y="0"/>
          <a:chExt cx="0" cy="0"/>
        </a:xfrm>
      </p:grpSpPr>
      <p:sp>
        <p:nvSpPr>
          <p:cNvPr id="90" name="Google Shape;90;p23"/>
          <p:cNvSpPr txBox="1">
            <a:spLocks noGrp="1"/>
          </p:cNvSpPr>
          <p:nvPr>
            <p:ph type="title" hasCustomPrompt="1"/>
          </p:nvPr>
        </p:nvSpPr>
        <p:spPr>
          <a:xfrm>
            <a:off x="311700" y="1106125"/>
            <a:ext cx="8520600" cy="19635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12000"/>
              <a:buNone/>
              <a:defRPr sz="12000"/>
            </a:lvl1pPr>
            <a:lvl2pPr lvl="1" algn="ctr">
              <a:lnSpc>
                <a:spcPct val="100000"/>
              </a:lnSpc>
              <a:spcBef>
                <a:spcPts val="0"/>
              </a:spcBef>
              <a:spcAft>
                <a:spcPts val="0"/>
              </a:spcAft>
              <a:buSzPts val="12000"/>
              <a:buNone/>
              <a:defRPr sz="12000"/>
            </a:lvl2pPr>
            <a:lvl3pPr lvl="2" algn="ctr">
              <a:lnSpc>
                <a:spcPct val="100000"/>
              </a:lnSpc>
              <a:spcBef>
                <a:spcPts val="0"/>
              </a:spcBef>
              <a:spcAft>
                <a:spcPts val="0"/>
              </a:spcAft>
              <a:buSzPts val="12000"/>
              <a:buNone/>
              <a:defRPr sz="12000"/>
            </a:lvl3pPr>
            <a:lvl4pPr lvl="3" algn="ctr">
              <a:lnSpc>
                <a:spcPct val="100000"/>
              </a:lnSpc>
              <a:spcBef>
                <a:spcPts val="0"/>
              </a:spcBef>
              <a:spcAft>
                <a:spcPts val="0"/>
              </a:spcAft>
              <a:buSzPts val="12000"/>
              <a:buNone/>
              <a:defRPr sz="12000"/>
            </a:lvl4pPr>
            <a:lvl5pPr lvl="4" algn="ctr">
              <a:lnSpc>
                <a:spcPct val="100000"/>
              </a:lnSpc>
              <a:spcBef>
                <a:spcPts val="0"/>
              </a:spcBef>
              <a:spcAft>
                <a:spcPts val="0"/>
              </a:spcAft>
              <a:buSzPts val="12000"/>
              <a:buNone/>
              <a:defRPr sz="12000"/>
            </a:lvl5pPr>
            <a:lvl6pPr lvl="5" algn="ctr">
              <a:lnSpc>
                <a:spcPct val="100000"/>
              </a:lnSpc>
              <a:spcBef>
                <a:spcPts val="0"/>
              </a:spcBef>
              <a:spcAft>
                <a:spcPts val="0"/>
              </a:spcAft>
              <a:buSzPts val="12000"/>
              <a:buNone/>
              <a:defRPr sz="12000"/>
            </a:lvl6pPr>
            <a:lvl7pPr lvl="6" algn="ctr">
              <a:lnSpc>
                <a:spcPct val="100000"/>
              </a:lnSpc>
              <a:spcBef>
                <a:spcPts val="0"/>
              </a:spcBef>
              <a:spcAft>
                <a:spcPts val="0"/>
              </a:spcAft>
              <a:buSzPts val="12000"/>
              <a:buNone/>
              <a:defRPr sz="12000"/>
            </a:lvl7pPr>
            <a:lvl8pPr lvl="7" algn="ctr">
              <a:lnSpc>
                <a:spcPct val="100000"/>
              </a:lnSpc>
              <a:spcBef>
                <a:spcPts val="0"/>
              </a:spcBef>
              <a:spcAft>
                <a:spcPts val="0"/>
              </a:spcAft>
              <a:buSzPts val="12000"/>
              <a:buNone/>
              <a:defRPr sz="12000"/>
            </a:lvl8pPr>
            <a:lvl9pPr lvl="8" algn="ctr">
              <a:lnSpc>
                <a:spcPct val="100000"/>
              </a:lnSpc>
              <a:spcBef>
                <a:spcPts val="0"/>
              </a:spcBef>
              <a:spcAft>
                <a:spcPts val="0"/>
              </a:spcAft>
              <a:buSzPts val="12000"/>
              <a:buNone/>
              <a:defRPr sz="12000"/>
            </a:lvl9pPr>
          </a:lstStyle>
          <a:p>
            <a:r>
              <a:t>xx%</a:t>
            </a:r>
          </a:p>
        </p:txBody>
      </p:sp>
      <p:sp>
        <p:nvSpPr>
          <p:cNvPr id="91" name="Google Shape;91;p23"/>
          <p:cNvSpPr txBox="1">
            <a:spLocks noGrp="1"/>
          </p:cNvSpPr>
          <p:nvPr>
            <p:ph type="body" idx="1"/>
          </p:nvPr>
        </p:nvSpPr>
        <p:spPr>
          <a:xfrm>
            <a:off x="311700" y="3152225"/>
            <a:ext cx="8520600" cy="1300800"/>
          </a:xfrm>
          <a:prstGeom prst="rect">
            <a:avLst/>
          </a:prstGeom>
          <a:noFill/>
          <a:ln>
            <a:noFill/>
          </a:ln>
        </p:spPr>
        <p:txBody>
          <a:bodyPr spcFirstLastPara="1" wrap="square" lIns="91425" tIns="91425" rIns="91425" bIns="91425" anchor="t" anchorCtr="0">
            <a:normAutofit/>
          </a:bodyPr>
          <a:lstStyle>
            <a:lvl1pPr marL="457200" lvl="0" indent="-342900" algn="ctr">
              <a:lnSpc>
                <a:spcPct val="115000"/>
              </a:lnSpc>
              <a:spcBef>
                <a:spcPts val="0"/>
              </a:spcBef>
              <a:spcAft>
                <a:spcPts val="0"/>
              </a:spcAft>
              <a:buSzPts val="1800"/>
              <a:buChar char="●"/>
              <a:defRPr/>
            </a:lvl1pPr>
            <a:lvl2pPr marL="914400" lvl="1" indent="-317500" algn="ctr">
              <a:lnSpc>
                <a:spcPct val="115000"/>
              </a:lnSpc>
              <a:spcBef>
                <a:spcPts val="0"/>
              </a:spcBef>
              <a:spcAft>
                <a:spcPts val="0"/>
              </a:spcAft>
              <a:buSzPts val="1400"/>
              <a:buChar char="○"/>
              <a:defRPr/>
            </a:lvl2pPr>
            <a:lvl3pPr marL="1371600" lvl="2" indent="-317500" algn="ctr">
              <a:lnSpc>
                <a:spcPct val="115000"/>
              </a:lnSpc>
              <a:spcBef>
                <a:spcPts val="0"/>
              </a:spcBef>
              <a:spcAft>
                <a:spcPts val="0"/>
              </a:spcAft>
              <a:buSzPts val="1400"/>
              <a:buChar char="■"/>
              <a:defRPr/>
            </a:lvl3pPr>
            <a:lvl4pPr marL="1828800" lvl="3" indent="-317500" algn="ctr">
              <a:lnSpc>
                <a:spcPct val="115000"/>
              </a:lnSpc>
              <a:spcBef>
                <a:spcPts val="0"/>
              </a:spcBef>
              <a:spcAft>
                <a:spcPts val="0"/>
              </a:spcAft>
              <a:buSzPts val="1400"/>
              <a:buChar char="●"/>
              <a:defRPr/>
            </a:lvl4pPr>
            <a:lvl5pPr marL="2286000" lvl="4" indent="-317500" algn="ctr">
              <a:lnSpc>
                <a:spcPct val="115000"/>
              </a:lnSpc>
              <a:spcBef>
                <a:spcPts val="0"/>
              </a:spcBef>
              <a:spcAft>
                <a:spcPts val="0"/>
              </a:spcAft>
              <a:buSzPts val="1400"/>
              <a:buChar char="○"/>
              <a:defRPr/>
            </a:lvl5pPr>
            <a:lvl6pPr marL="2743200" lvl="5" indent="-317500" algn="ctr">
              <a:lnSpc>
                <a:spcPct val="115000"/>
              </a:lnSpc>
              <a:spcBef>
                <a:spcPts val="0"/>
              </a:spcBef>
              <a:spcAft>
                <a:spcPts val="0"/>
              </a:spcAft>
              <a:buSzPts val="1400"/>
              <a:buChar char="■"/>
              <a:defRPr/>
            </a:lvl6pPr>
            <a:lvl7pPr marL="3200400" lvl="6" indent="-317500" algn="ctr">
              <a:lnSpc>
                <a:spcPct val="115000"/>
              </a:lnSpc>
              <a:spcBef>
                <a:spcPts val="0"/>
              </a:spcBef>
              <a:spcAft>
                <a:spcPts val="0"/>
              </a:spcAft>
              <a:buSzPts val="1400"/>
              <a:buChar char="●"/>
              <a:defRPr/>
            </a:lvl7pPr>
            <a:lvl8pPr marL="3657600" lvl="7" indent="-317500" algn="ctr">
              <a:lnSpc>
                <a:spcPct val="115000"/>
              </a:lnSpc>
              <a:spcBef>
                <a:spcPts val="0"/>
              </a:spcBef>
              <a:spcAft>
                <a:spcPts val="0"/>
              </a:spcAft>
              <a:buSzPts val="1400"/>
              <a:buChar char="○"/>
              <a:defRPr/>
            </a:lvl8pPr>
            <a:lvl9pPr marL="4114800" lvl="8" indent="-317500" algn="ctr">
              <a:lnSpc>
                <a:spcPct val="115000"/>
              </a:lnSpc>
              <a:spcBef>
                <a:spcPts val="0"/>
              </a:spcBef>
              <a:spcAft>
                <a:spcPts val="0"/>
              </a:spcAft>
              <a:buSzPts val="1400"/>
              <a:buChar char="■"/>
              <a:defRPr/>
            </a:lvl9pPr>
          </a:lstStyle>
          <a:p>
            <a:endParaRPr/>
          </a:p>
        </p:txBody>
      </p:sp>
      <p:sp>
        <p:nvSpPr>
          <p:cNvPr id="92" name="Google Shape;92;p23"/>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93"/>
        <p:cNvGrpSpPr/>
        <p:nvPr/>
      </p:nvGrpSpPr>
      <p:grpSpPr>
        <a:xfrm>
          <a:off x="0" y="0"/>
          <a:ext cx="0" cy="0"/>
          <a:chOff x="0" y="0"/>
          <a:chExt cx="0" cy="0"/>
        </a:xfrm>
      </p:grpSpPr>
      <p:sp>
        <p:nvSpPr>
          <p:cNvPr id="94" name="Google Shape;94;p24"/>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0"/>
        <p:cNvGrpSpPr/>
        <p:nvPr/>
      </p:nvGrpSpPr>
      <p:grpSpPr>
        <a:xfrm>
          <a:off x="0" y="0"/>
          <a:ext cx="0" cy="0"/>
          <a:chOff x="0" y="0"/>
          <a:chExt cx="0" cy="0"/>
        </a:xfrm>
      </p:grpSpPr>
      <p:sp>
        <p:nvSpPr>
          <p:cNvPr id="51" name="Google Shape;51;p13"/>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endParaRPr/>
          </a:p>
        </p:txBody>
      </p:sp>
      <p:sp>
        <p:nvSpPr>
          <p:cNvPr id="52" name="Google Shape;52;p13"/>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marR="0" lvl="0" indent="-342900"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914400" marR="0" lvl="1"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2pPr>
            <a:lvl3pPr marL="1371600" marR="0" lvl="2"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3pPr>
            <a:lvl4pPr marL="1828800" marR="0" lvl="3"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4pPr>
            <a:lvl5pPr marL="2286000" marR="0" lvl="4"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5pPr>
            <a:lvl6pPr marL="2743200" marR="0" lvl="5"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6pPr>
            <a:lvl7pPr marL="3200400" marR="0" lvl="6"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7pPr>
            <a:lvl8pPr marL="3657600" marR="0" lvl="7"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8pPr>
            <a:lvl9pPr marL="4114800" marR="0" lvl="8"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9pPr>
          </a:lstStyle>
          <a:p>
            <a:endParaRPr/>
          </a:p>
        </p:txBody>
      </p:sp>
      <p:sp>
        <p:nvSpPr>
          <p:cNvPr id="53" name="Google Shape;53;p13"/>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GB"/>
              <a:t>‹#›</a:t>
            </a:fld>
            <a:endParaRPr/>
          </a:p>
        </p:txBody>
      </p:sp>
    </p:spTree>
  </p:cSld>
  <p:clrMap bg1="lt1" tx1="dk1" bg2="dk2" tx2="lt2" accent1="accent1" accent2="accent2" accent3="accent3" accent4="accent4" accent5="accent5" accent6="accent6" hlink="hlink" folHlink="folHlink"/>
  <p:sldLayoutIdLst>
    <p:sldLayoutId id="2147483659" r:id="rId1"/>
    <p:sldLayoutId id="2147483660" r:id="rId2"/>
    <p:sldLayoutId id="2147483661" r:id="rId3"/>
    <p:sldLayoutId id="2147483662" r:id="rId4"/>
    <p:sldLayoutId id="2147483663" r:id="rId5"/>
    <p:sldLayoutId id="2147483664" r:id="rId6"/>
    <p:sldLayoutId id="2147483666" r:id="rId7"/>
    <p:sldLayoutId id="2147483667" r:id="rId8"/>
    <p:sldLayoutId id="2147483668" r:id="rId9"/>
    <p:sldLayoutId id="2147483669"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98"/>
        <p:cNvGrpSpPr/>
        <p:nvPr/>
      </p:nvGrpSpPr>
      <p:grpSpPr>
        <a:xfrm>
          <a:off x="0" y="0"/>
          <a:ext cx="0" cy="0"/>
          <a:chOff x="0" y="0"/>
          <a:chExt cx="0" cy="0"/>
        </a:xfrm>
      </p:grpSpPr>
      <p:sp>
        <p:nvSpPr>
          <p:cNvPr id="99" name="Google Shape;99;p25"/>
          <p:cNvSpPr txBox="1"/>
          <p:nvPr/>
        </p:nvSpPr>
        <p:spPr>
          <a:xfrm>
            <a:off x="436625" y="881025"/>
            <a:ext cx="8943000" cy="5619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4000"/>
              <a:buFont typeface="Arial"/>
              <a:buNone/>
            </a:pPr>
            <a:r>
              <a:rPr lang="en-GB" sz="4000" b="1" i="0" u="none" strike="noStrike" cap="none">
                <a:solidFill>
                  <a:schemeClr val="accent1"/>
                </a:solidFill>
                <a:latin typeface="Google Sans"/>
                <a:ea typeface="Google Sans"/>
                <a:cs typeface="Google Sans"/>
                <a:sym typeface="Google Sans"/>
              </a:rPr>
              <a:t>Guidelines</a:t>
            </a:r>
            <a:endParaRPr sz="4000" b="1" i="0" u="none" strike="noStrike" cap="none">
              <a:solidFill>
                <a:schemeClr val="accent1"/>
              </a:solidFill>
              <a:latin typeface="Google Sans"/>
              <a:ea typeface="Google Sans"/>
              <a:cs typeface="Google Sans"/>
              <a:sym typeface="Google Sans"/>
            </a:endParaRPr>
          </a:p>
        </p:txBody>
      </p:sp>
      <p:sp>
        <p:nvSpPr>
          <p:cNvPr id="100" name="Google Shape;100;p25"/>
          <p:cNvSpPr txBox="1"/>
          <p:nvPr/>
        </p:nvSpPr>
        <p:spPr>
          <a:xfrm>
            <a:off x="609900" y="1711275"/>
            <a:ext cx="7924200" cy="2551200"/>
          </a:xfrm>
          <a:prstGeom prst="rect">
            <a:avLst/>
          </a:prstGeom>
          <a:noFill/>
          <a:ln>
            <a:noFill/>
          </a:ln>
        </p:spPr>
        <p:txBody>
          <a:bodyPr spcFirstLastPara="1" wrap="square" lIns="91425" tIns="91425" rIns="91425" bIns="91425" anchor="t" anchorCtr="0">
            <a:noAutofit/>
          </a:bodyPr>
          <a:lstStyle/>
          <a:p>
            <a:pPr marL="457200" marR="0" lvl="0" indent="-323850" algn="l" rtl="0">
              <a:lnSpc>
                <a:spcPct val="100000"/>
              </a:lnSpc>
              <a:spcBef>
                <a:spcPts val="0"/>
              </a:spcBef>
              <a:spcAft>
                <a:spcPts val="0"/>
              </a:spcAft>
              <a:buClr>
                <a:srgbClr val="434343"/>
              </a:buClr>
              <a:buSzPts val="1500"/>
              <a:buFont typeface="Google Sans"/>
              <a:buChar char="●"/>
            </a:pPr>
            <a:r>
              <a:rPr lang="en-GB" sz="1500" i="0" u="none" strike="noStrike" cap="none">
                <a:solidFill>
                  <a:srgbClr val="434343"/>
                </a:solidFill>
                <a:latin typeface="Google Sans"/>
                <a:ea typeface="Google Sans"/>
                <a:cs typeface="Google Sans"/>
                <a:sym typeface="Google Sans"/>
              </a:rPr>
              <a:t>Kindly use the given template for submitting your project (Make a copy of the template)</a:t>
            </a:r>
            <a:endParaRPr sz="1500" i="0" u="none" strike="noStrike" cap="none">
              <a:solidFill>
                <a:srgbClr val="434343"/>
              </a:solidFill>
              <a:latin typeface="Google Sans"/>
              <a:ea typeface="Google Sans"/>
              <a:cs typeface="Google Sans"/>
              <a:sym typeface="Google Sans"/>
            </a:endParaRPr>
          </a:p>
          <a:p>
            <a:pPr marL="457200" marR="0" lvl="0" indent="-323850" algn="l" rtl="0">
              <a:lnSpc>
                <a:spcPct val="100000"/>
              </a:lnSpc>
              <a:spcBef>
                <a:spcPts val="0"/>
              </a:spcBef>
              <a:spcAft>
                <a:spcPts val="0"/>
              </a:spcAft>
              <a:buClr>
                <a:srgbClr val="434343"/>
              </a:buClr>
              <a:buSzPts val="1500"/>
              <a:buFont typeface="Google Sans"/>
              <a:buChar char="●"/>
            </a:pPr>
            <a:r>
              <a:rPr lang="en-GB" sz="1500" i="0" u="none" strike="noStrike" cap="none">
                <a:solidFill>
                  <a:srgbClr val="434343"/>
                </a:solidFill>
                <a:latin typeface="Google Sans"/>
                <a:ea typeface="Google Sans"/>
                <a:cs typeface="Google Sans"/>
                <a:sym typeface="Google Sans"/>
              </a:rPr>
              <a:t>One team is only required to submit one project/ppt.</a:t>
            </a:r>
            <a:endParaRPr sz="1500" i="0" u="none" strike="noStrike" cap="none">
              <a:solidFill>
                <a:srgbClr val="434343"/>
              </a:solidFill>
              <a:latin typeface="Google Sans"/>
              <a:ea typeface="Google Sans"/>
              <a:cs typeface="Google Sans"/>
              <a:sym typeface="Google Sans"/>
            </a:endParaRPr>
          </a:p>
          <a:p>
            <a:pPr marL="457200" marR="0" lvl="0" indent="-323850" algn="l" rtl="0">
              <a:lnSpc>
                <a:spcPct val="100000"/>
              </a:lnSpc>
              <a:spcBef>
                <a:spcPts val="0"/>
              </a:spcBef>
              <a:spcAft>
                <a:spcPts val="0"/>
              </a:spcAft>
              <a:buClr>
                <a:srgbClr val="434343"/>
              </a:buClr>
              <a:buSzPts val="1500"/>
              <a:buFont typeface="Google Sans"/>
              <a:buChar char="●"/>
            </a:pPr>
            <a:r>
              <a:rPr lang="en-GB" sz="1500" i="0" u="none" strike="noStrike" cap="none">
                <a:solidFill>
                  <a:srgbClr val="434343"/>
                </a:solidFill>
                <a:latin typeface="Google Sans"/>
                <a:ea typeface="Google Sans"/>
                <a:cs typeface="Google Sans"/>
                <a:sym typeface="Google Sans"/>
              </a:rPr>
              <a:t>The ideal size of the presentation should not be more than 10 slides.</a:t>
            </a:r>
            <a:endParaRPr sz="1500" i="0" u="none" strike="noStrike" cap="none">
              <a:solidFill>
                <a:srgbClr val="434343"/>
              </a:solidFill>
              <a:latin typeface="Google Sans"/>
              <a:ea typeface="Google Sans"/>
              <a:cs typeface="Google Sans"/>
              <a:sym typeface="Google Sans"/>
            </a:endParaRPr>
          </a:p>
          <a:p>
            <a:pPr marL="457200" marR="0" lvl="0" indent="-323850" algn="l" rtl="0">
              <a:lnSpc>
                <a:spcPct val="100000"/>
              </a:lnSpc>
              <a:spcBef>
                <a:spcPts val="0"/>
              </a:spcBef>
              <a:spcAft>
                <a:spcPts val="0"/>
              </a:spcAft>
              <a:buClr>
                <a:srgbClr val="434343"/>
              </a:buClr>
              <a:buSzPts val="1500"/>
              <a:buFont typeface="Google Sans"/>
              <a:buChar char="●"/>
            </a:pPr>
            <a:r>
              <a:rPr lang="en-GB" sz="1500" i="0" u="none" strike="noStrike" cap="none">
                <a:solidFill>
                  <a:srgbClr val="434343"/>
                </a:solidFill>
                <a:latin typeface="Google Sans"/>
                <a:ea typeface="Google Sans"/>
                <a:cs typeface="Google Sans"/>
                <a:sym typeface="Google Sans"/>
              </a:rPr>
              <a:t>You are welcome to add as many POCs and design concepts to support your project.</a:t>
            </a:r>
            <a:endParaRPr sz="1500" i="0" u="none" strike="noStrike" cap="none">
              <a:solidFill>
                <a:srgbClr val="434343"/>
              </a:solidFill>
              <a:latin typeface="Google Sans"/>
              <a:ea typeface="Google Sans"/>
              <a:cs typeface="Google Sans"/>
              <a:sym typeface="Google Sans"/>
            </a:endParaRPr>
          </a:p>
          <a:p>
            <a:pPr marL="457200" marR="0" lvl="0" indent="-323850" algn="l" rtl="0">
              <a:lnSpc>
                <a:spcPct val="100000"/>
              </a:lnSpc>
              <a:spcBef>
                <a:spcPts val="0"/>
              </a:spcBef>
              <a:spcAft>
                <a:spcPts val="0"/>
              </a:spcAft>
              <a:buClr>
                <a:srgbClr val="434343"/>
              </a:buClr>
              <a:buSzPts val="1500"/>
              <a:buFont typeface="Google Sans"/>
              <a:buChar char="●"/>
            </a:pPr>
            <a:r>
              <a:rPr lang="en-GB" sz="1500" i="0" u="none" strike="noStrike" cap="none">
                <a:solidFill>
                  <a:srgbClr val="434343"/>
                </a:solidFill>
                <a:latin typeface="Google Sans"/>
                <a:ea typeface="Google Sans"/>
                <a:cs typeface="Google Sans"/>
                <a:sym typeface="Google Sans"/>
              </a:rPr>
              <a:t>The project should be feasible and the team members should be capable enough, to come up with the prototype of the same idea, if required.</a:t>
            </a:r>
            <a:endParaRPr sz="1500" i="0" u="none" strike="noStrike" cap="none">
              <a:solidFill>
                <a:srgbClr val="434343"/>
              </a:solidFill>
              <a:latin typeface="Google Sans"/>
              <a:ea typeface="Google Sans"/>
              <a:cs typeface="Google Sans"/>
              <a:sym typeface="Google Sans"/>
            </a:endParaRPr>
          </a:p>
          <a:p>
            <a:pPr marL="457200" marR="0" lvl="0" indent="-323850" algn="l" rtl="0">
              <a:lnSpc>
                <a:spcPct val="100000"/>
              </a:lnSpc>
              <a:spcBef>
                <a:spcPts val="0"/>
              </a:spcBef>
              <a:spcAft>
                <a:spcPts val="0"/>
              </a:spcAft>
              <a:buClr>
                <a:srgbClr val="434343"/>
              </a:buClr>
              <a:buSzPts val="1500"/>
              <a:buFont typeface="Google Sans"/>
              <a:buChar char="●"/>
            </a:pPr>
            <a:r>
              <a:rPr lang="en-GB" sz="1500" b="1" i="1">
                <a:solidFill>
                  <a:srgbClr val="434343"/>
                </a:solidFill>
                <a:latin typeface="Google Sans"/>
                <a:ea typeface="Google Sans"/>
                <a:cs typeface="Google Sans"/>
                <a:sym typeface="Google Sans"/>
              </a:rPr>
              <a:t>Solutions must include at least one Google technology.</a:t>
            </a:r>
            <a:endParaRPr sz="1500" b="1" i="1" u="none" strike="noStrike" cap="none">
              <a:solidFill>
                <a:srgbClr val="434343"/>
              </a:solidFill>
              <a:latin typeface="Google Sans"/>
              <a:ea typeface="Google Sans"/>
              <a:cs typeface="Google Sans"/>
              <a:sym typeface="Google Sans"/>
            </a:endParaRPr>
          </a:p>
        </p:txBody>
      </p:sp>
      <p:pic>
        <p:nvPicPr>
          <p:cNvPr id="101" name="Google Shape;101;p25" title="Group 2200185.png"/>
          <p:cNvPicPr preferRelativeResize="0"/>
          <p:nvPr/>
        </p:nvPicPr>
        <p:blipFill>
          <a:blip r:embed="rId3">
            <a:alphaModFix/>
          </a:blip>
          <a:stretch>
            <a:fillRect/>
          </a:stretch>
        </p:blipFill>
        <p:spPr>
          <a:xfrm>
            <a:off x="159800" y="174175"/>
            <a:ext cx="1826526" cy="327425"/>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05"/>
        <p:cNvGrpSpPr/>
        <p:nvPr/>
      </p:nvGrpSpPr>
      <p:grpSpPr>
        <a:xfrm>
          <a:off x="0" y="0"/>
          <a:ext cx="0" cy="0"/>
          <a:chOff x="0" y="0"/>
          <a:chExt cx="0" cy="0"/>
        </a:xfrm>
      </p:grpSpPr>
      <p:sp>
        <p:nvSpPr>
          <p:cNvPr id="106" name="Google Shape;106;p26"/>
          <p:cNvSpPr txBox="1"/>
          <p:nvPr/>
        </p:nvSpPr>
        <p:spPr>
          <a:xfrm>
            <a:off x="162600" y="3195124"/>
            <a:ext cx="8760000" cy="1860095"/>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800"/>
              <a:buFont typeface="Arial"/>
              <a:buNone/>
            </a:pPr>
            <a:r>
              <a:rPr lang="en-GB" sz="1800" b="1" i="0" u="none" strike="noStrike" cap="none" dirty="0">
                <a:solidFill>
                  <a:srgbClr val="434343"/>
                </a:solidFill>
                <a:latin typeface="Google Sans"/>
                <a:ea typeface="Google Sans"/>
                <a:cs typeface="Google Sans"/>
                <a:sym typeface="Google Sans"/>
              </a:rPr>
              <a:t>Team Details</a:t>
            </a:r>
            <a:endParaRPr sz="1800" b="1" i="0" u="none" strike="noStrike" cap="none" dirty="0">
              <a:solidFill>
                <a:srgbClr val="434343"/>
              </a:solidFill>
              <a:latin typeface="Google Sans"/>
              <a:ea typeface="Google Sans"/>
              <a:cs typeface="Google Sans"/>
              <a:sym typeface="Google Sans"/>
            </a:endParaRPr>
          </a:p>
          <a:p>
            <a:pPr marL="0" marR="0" lvl="0" indent="0" algn="l" rtl="0">
              <a:lnSpc>
                <a:spcPct val="100000"/>
              </a:lnSpc>
              <a:spcBef>
                <a:spcPts val="0"/>
              </a:spcBef>
              <a:spcAft>
                <a:spcPts val="0"/>
              </a:spcAft>
              <a:buClr>
                <a:srgbClr val="000000"/>
              </a:buClr>
              <a:buSzPts val="1800"/>
              <a:buFont typeface="Arial"/>
              <a:buNone/>
            </a:pPr>
            <a:endParaRPr sz="1800" b="1" i="0" u="none" strike="noStrike" cap="none" dirty="0">
              <a:solidFill>
                <a:srgbClr val="434343"/>
              </a:solidFill>
              <a:latin typeface="Google Sans"/>
              <a:ea typeface="Google Sans"/>
              <a:cs typeface="Google Sans"/>
              <a:sym typeface="Google Sans"/>
            </a:endParaRPr>
          </a:p>
          <a:p>
            <a:pPr marL="571500">
              <a:buClr>
                <a:srgbClr val="434343"/>
              </a:buClr>
              <a:buSzPts val="1800"/>
            </a:pPr>
            <a:r>
              <a:rPr lang="en-GB" sz="1800" b="1" i="0" u="none" strike="noStrike" cap="none" dirty="0">
                <a:solidFill>
                  <a:srgbClr val="434343"/>
                </a:solidFill>
                <a:latin typeface="Google Sans"/>
                <a:ea typeface="Google Sans"/>
                <a:cs typeface="Google Sans"/>
                <a:sym typeface="Google Sans"/>
              </a:rPr>
              <a:t>Team name: </a:t>
            </a:r>
            <a:r>
              <a:rPr lang="en-US" sz="1800" b="1" dirty="0" err="1">
                <a:latin typeface="Garamond" panose="02020404030301010803" pitchFamily="18" charset="0"/>
              </a:rPr>
              <a:t>SmartMess</a:t>
            </a:r>
            <a:r>
              <a:rPr lang="en-US" sz="1800" dirty="0">
                <a:latin typeface="Garamond" panose="02020404030301010803" pitchFamily="18" charset="0"/>
              </a:rPr>
              <a:t>: Crowd-Aware and Data-Driven Mess Management System</a:t>
            </a:r>
            <a:endParaRPr sz="1800" i="0" u="none" strike="noStrike" cap="none" dirty="0">
              <a:solidFill>
                <a:srgbClr val="434343"/>
              </a:solidFill>
              <a:latin typeface="Garamond" panose="02020404030301010803" pitchFamily="18" charset="0"/>
              <a:ea typeface="Google Sans"/>
              <a:cs typeface="Google Sans"/>
              <a:sym typeface="Google Sans"/>
            </a:endParaRPr>
          </a:p>
          <a:p>
            <a:pPr marL="571500" marR="0" lvl="1" algn="l" rtl="0">
              <a:lnSpc>
                <a:spcPct val="100000"/>
              </a:lnSpc>
              <a:spcBef>
                <a:spcPts val="0"/>
              </a:spcBef>
              <a:spcAft>
                <a:spcPts val="0"/>
              </a:spcAft>
              <a:buClr>
                <a:srgbClr val="434343"/>
              </a:buClr>
              <a:buSzPts val="1800"/>
            </a:pPr>
            <a:r>
              <a:rPr lang="en-GB" sz="1800" b="1" i="0" u="none" strike="noStrike" cap="none" dirty="0">
                <a:solidFill>
                  <a:srgbClr val="434343"/>
                </a:solidFill>
                <a:latin typeface="Google Sans"/>
                <a:ea typeface="Google Sans"/>
                <a:cs typeface="Google Sans"/>
                <a:sym typeface="Google Sans"/>
              </a:rPr>
              <a:t>Team leader name: </a:t>
            </a:r>
            <a:r>
              <a:rPr lang="en-GB" sz="1800" dirty="0">
                <a:latin typeface="Garamond" panose="02020404030301010803" pitchFamily="18" charset="0"/>
                <a:sym typeface="Google Sans"/>
              </a:rPr>
              <a:t>Aryan Sisodiya</a:t>
            </a:r>
          </a:p>
          <a:p>
            <a:pPr marL="571500" marR="0" lvl="1" algn="l" rtl="0">
              <a:lnSpc>
                <a:spcPct val="100000"/>
              </a:lnSpc>
              <a:spcBef>
                <a:spcPts val="0"/>
              </a:spcBef>
              <a:spcAft>
                <a:spcPts val="0"/>
              </a:spcAft>
              <a:buClr>
                <a:srgbClr val="434343"/>
              </a:buClr>
              <a:buSzPts val="1800"/>
            </a:pPr>
            <a:r>
              <a:rPr lang="en-GB" sz="1800" b="1" dirty="0">
                <a:solidFill>
                  <a:srgbClr val="434343"/>
                </a:solidFill>
                <a:latin typeface="Google Sans"/>
                <a:ea typeface="Google Sans"/>
                <a:cs typeface="Google Sans"/>
                <a:sym typeface="Google Sans"/>
              </a:rPr>
              <a:t>Team Members:</a:t>
            </a:r>
            <a:r>
              <a:rPr lang="en-GB" sz="1800" dirty="0">
                <a:latin typeface="Garamond" panose="02020404030301010803" pitchFamily="18" charset="0"/>
                <a:sym typeface="Google Sans"/>
              </a:rPr>
              <a:t> Aryan Sisodiya (B25126), Daksh Rathi (B25132)</a:t>
            </a:r>
          </a:p>
          <a:p>
            <a:pPr marL="571500" marR="0" lvl="1" algn="l" rtl="0">
              <a:lnSpc>
                <a:spcPct val="100000"/>
              </a:lnSpc>
              <a:spcBef>
                <a:spcPts val="0"/>
              </a:spcBef>
              <a:spcAft>
                <a:spcPts val="0"/>
              </a:spcAft>
              <a:buClr>
                <a:srgbClr val="434343"/>
              </a:buClr>
              <a:buSzPts val="1800"/>
            </a:pPr>
            <a:r>
              <a:rPr lang="en-GB" sz="1800" b="1" i="0" u="none" strike="noStrike" cap="none" dirty="0">
                <a:solidFill>
                  <a:srgbClr val="434343"/>
                </a:solidFill>
                <a:latin typeface="Google Sans"/>
                <a:ea typeface="Google Sans"/>
                <a:cs typeface="Google Sans"/>
                <a:sym typeface="Google Sans"/>
              </a:rPr>
              <a:t>Problem Statement: Open Innovation</a:t>
            </a:r>
            <a:endParaRPr sz="1800" b="1" i="0" u="none" strike="noStrike" cap="none" dirty="0">
              <a:solidFill>
                <a:srgbClr val="434343"/>
              </a:solidFill>
              <a:latin typeface="Google Sans"/>
              <a:ea typeface="Google Sans"/>
              <a:cs typeface="Google Sans"/>
              <a:sym typeface="Google Sans"/>
            </a:endParaRPr>
          </a:p>
          <a:p>
            <a:pPr marL="0" marR="0" lvl="0" indent="0" algn="l" rtl="0">
              <a:lnSpc>
                <a:spcPct val="100000"/>
              </a:lnSpc>
              <a:spcBef>
                <a:spcPts val="0"/>
              </a:spcBef>
              <a:spcAft>
                <a:spcPts val="0"/>
              </a:spcAft>
              <a:buClr>
                <a:srgbClr val="000000"/>
              </a:buClr>
              <a:buSzPts val="1800"/>
              <a:buFont typeface="Arial"/>
              <a:buNone/>
            </a:pPr>
            <a:endParaRPr sz="1800" b="1" i="0" u="none" strike="noStrike" cap="none" dirty="0">
              <a:solidFill>
                <a:srgbClr val="000000"/>
              </a:solidFill>
              <a:latin typeface="Arial"/>
              <a:ea typeface="Arial"/>
              <a:cs typeface="Arial"/>
              <a:sym typeface="Arial"/>
            </a:endParaRPr>
          </a:p>
        </p:txBody>
      </p:sp>
      <p:pic>
        <p:nvPicPr>
          <p:cNvPr id="107" name="Google Shape;107;p26" title="Techsprint banner.png"/>
          <p:cNvPicPr preferRelativeResize="0"/>
          <p:nvPr/>
        </p:nvPicPr>
        <p:blipFill>
          <a:blip r:embed="rId3">
            <a:alphaModFix/>
          </a:blip>
          <a:stretch>
            <a:fillRect/>
          </a:stretch>
        </p:blipFill>
        <p:spPr>
          <a:xfrm>
            <a:off x="0" y="0"/>
            <a:ext cx="9085198" cy="3028399"/>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11"/>
        <p:cNvGrpSpPr/>
        <p:nvPr/>
      </p:nvGrpSpPr>
      <p:grpSpPr>
        <a:xfrm>
          <a:off x="0" y="0"/>
          <a:ext cx="0" cy="0"/>
          <a:chOff x="0" y="0"/>
          <a:chExt cx="0" cy="0"/>
        </a:xfrm>
      </p:grpSpPr>
      <p:sp>
        <p:nvSpPr>
          <p:cNvPr id="112" name="Google Shape;112;p27"/>
          <p:cNvSpPr txBox="1"/>
          <p:nvPr/>
        </p:nvSpPr>
        <p:spPr>
          <a:xfrm>
            <a:off x="122662" y="806350"/>
            <a:ext cx="8943000" cy="5619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800"/>
              <a:buFont typeface="Arial"/>
              <a:buNone/>
            </a:pPr>
            <a:r>
              <a:rPr lang="en-GB" sz="1800" b="1" i="0" u="none" strike="noStrike" cap="none" dirty="0">
                <a:solidFill>
                  <a:srgbClr val="434343"/>
                </a:solidFill>
                <a:latin typeface="Google Sans"/>
                <a:ea typeface="Google Sans"/>
                <a:cs typeface="Google Sans"/>
                <a:sym typeface="Google Sans"/>
              </a:rPr>
              <a:t>Brief about your solution and problem st</a:t>
            </a:r>
            <a:r>
              <a:rPr lang="en-GB" sz="1800" b="1" dirty="0">
                <a:solidFill>
                  <a:srgbClr val="434343"/>
                </a:solidFill>
                <a:latin typeface="Google Sans"/>
                <a:ea typeface="Google Sans"/>
                <a:cs typeface="Google Sans"/>
                <a:sym typeface="Google Sans"/>
              </a:rPr>
              <a:t>atement addressing</a:t>
            </a:r>
            <a:endParaRPr sz="1800" b="1" i="0" u="none" strike="noStrike" cap="none" dirty="0">
              <a:solidFill>
                <a:srgbClr val="434343"/>
              </a:solidFill>
              <a:latin typeface="Google Sans"/>
              <a:ea typeface="Google Sans"/>
              <a:cs typeface="Google Sans"/>
              <a:sym typeface="Google Sans"/>
            </a:endParaRPr>
          </a:p>
        </p:txBody>
      </p:sp>
      <p:pic>
        <p:nvPicPr>
          <p:cNvPr id="113" name="Google Shape;113;p27" title="Group 2200185.png"/>
          <p:cNvPicPr preferRelativeResize="0"/>
          <p:nvPr/>
        </p:nvPicPr>
        <p:blipFill>
          <a:blip r:embed="rId3">
            <a:alphaModFix/>
          </a:blip>
          <a:stretch>
            <a:fillRect/>
          </a:stretch>
        </p:blipFill>
        <p:spPr>
          <a:xfrm>
            <a:off x="159800" y="174175"/>
            <a:ext cx="1826526" cy="327425"/>
          </a:xfrm>
          <a:prstGeom prst="rect">
            <a:avLst/>
          </a:prstGeom>
          <a:noFill/>
          <a:ln>
            <a:noFill/>
          </a:ln>
        </p:spPr>
      </p:pic>
      <p:sp>
        <p:nvSpPr>
          <p:cNvPr id="2" name="TextBox 1">
            <a:extLst>
              <a:ext uri="{FF2B5EF4-FFF2-40B4-BE49-F238E27FC236}">
                <a16:creationId xmlns:a16="http://schemas.microsoft.com/office/drawing/2014/main" id="{23A56C9D-5F71-98A2-CBE1-2EA894A3A588}"/>
              </a:ext>
            </a:extLst>
          </p:cNvPr>
          <p:cNvSpPr txBox="1"/>
          <p:nvPr/>
        </p:nvSpPr>
        <p:spPr>
          <a:xfrm>
            <a:off x="159800" y="1368250"/>
            <a:ext cx="8868725" cy="2800767"/>
          </a:xfrm>
          <a:prstGeom prst="rect">
            <a:avLst/>
          </a:prstGeom>
          <a:noFill/>
        </p:spPr>
        <p:txBody>
          <a:bodyPr wrap="square" rtlCol="0">
            <a:spAutoFit/>
          </a:bodyPr>
          <a:lstStyle/>
          <a:p>
            <a:pPr algn="just"/>
            <a:r>
              <a:rPr lang="en-US" sz="1600" dirty="0" err="1">
                <a:latin typeface="Garamond" panose="02020404030301010803" pitchFamily="18" charset="0"/>
              </a:rPr>
              <a:t>SmartMess</a:t>
            </a:r>
            <a:r>
              <a:rPr lang="en-US" sz="1600" dirty="0">
                <a:latin typeface="Garamond" panose="02020404030301010803" pitchFamily="18" charset="0"/>
              </a:rPr>
              <a:t> is an intelligent mess management system designed to improve food quality, reduce wastage, and enhance the student dining experience using real-time data. The primary aim of the project is to analyze crowd levels in the mess by comparing live attendance with available seating capacity and predict the best time for students to have their meals. This helps avoid overcrowding, ensures smoother meal distribution, and prevents sudden high demand that often degrades food quality.</a:t>
            </a:r>
          </a:p>
          <a:p>
            <a:pPr algn="just"/>
            <a:endParaRPr lang="en-US" sz="1600" dirty="0">
              <a:latin typeface="Garamond" panose="02020404030301010803" pitchFamily="18" charset="0"/>
            </a:endParaRPr>
          </a:p>
          <a:p>
            <a:pPr algn="just"/>
            <a:r>
              <a:rPr lang="en-US" sz="1600" dirty="0">
                <a:latin typeface="Garamond" panose="02020404030301010803" pitchFamily="18" charset="0"/>
              </a:rPr>
              <a:t>In addition, </a:t>
            </a:r>
            <a:r>
              <a:rPr lang="en-US" sz="1600" dirty="0" err="1">
                <a:latin typeface="Garamond" panose="02020404030301010803" pitchFamily="18" charset="0"/>
              </a:rPr>
              <a:t>SmartMess</a:t>
            </a:r>
            <a:r>
              <a:rPr lang="en-US" sz="1600" dirty="0">
                <a:latin typeface="Garamond" panose="02020404030301010803" pitchFamily="18" charset="0"/>
              </a:rPr>
              <a:t> enables students to provide food feedback, helping mess authorities continuously improve meal quality. The provided constructive and meal-specific feedback allows the mess to prepare food more accurately and significantly reduce wastage. Daily menus can be created and displayed digitally for easy access. Overall, </a:t>
            </a:r>
            <a:r>
              <a:rPr lang="en-US" sz="1600" dirty="0" err="1">
                <a:latin typeface="Garamond" panose="02020404030301010803" pitchFamily="18" charset="0"/>
              </a:rPr>
              <a:t>SmartMess</a:t>
            </a:r>
            <a:r>
              <a:rPr lang="en-US" sz="1600" dirty="0">
                <a:latin typeface="Garamond" panose="02020404030301010803" pitchFamily="18" charset="0"/>
              </a:rPr>
              <a:t> creates a more efficient, transparent, and sustainable mess ecosystem for both students and managers.</a:t>
            </a:r>
            <a:endParaRPr lang="en-IN" sz="1600" dirty="0">
              <a:latin typeface="Garamond" panose="02020404030301010803" pitchFamily="18" charset="0"/>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17"/>
        <p:cNvGrpSpPr/>
        <p:nvPr/>
      </p:nvGrpSpPr>
      <p:grpSpPr>
        <a:xfrm>
          <a:off x="0" y="0"/>
          <a:ext cx="0" cy="0"/>
          <a:chOff x="0" y="0"/>
          <a:chExt cx="0" cy="0"/>
        </a:xfrm>
      </p:grpSpPr>
      <p:sp>
        <p:nvSpPr>
          <p:cNvPr id="118" name="Google Shape;118;p28"/>
          <p:cNvSpPr txBox="1"/>
          <p:nvPr/>
        </p:nvSpPr>
        <p:spPr>
          <a:xfrm>
            <a:off x="183250" y="818550"/>
            <a:ext cx="8784300" cy="141930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Clr>
                <a:srgbClr val="000000"/>
              </a:buClr>
              <a:buSzPts val="1800"/>
              <a:buFont typeface="Arial"/>
              <a:buNone/>
            </a:pPr>
            <a:r>
              <a:rPr lang="en-GB" sz="1800" b="1" i="0" u="none" strike="noStrike" cap="none">
                <a:solidFill>
                  <a:srgbClr val="434343"/>
                </a:solidFill>
                <a:latin typeface="Google Sans"/>
                <a:ea typeface="Google Sans"/>
                <a:cs typeface="Google Sans"/>
                <a:sym typeface="Google Sans"/>
              </a:rPr>
              <a:t>Opportunities</a:t>
            </a:r>
            <a:endParaRPr sz="1800" b="1" i="0" u="none" strike="noStrike" cap="none">
              <a:solidFill>
                <a:srgbClr val="434343"/>
              </a:solidFill>
              <a:latin typeface="Google Sans"/>
              <a:ea typeface="Google Sans"/>
              <a:cs typeface="Google Sans"/>
              <a:sym typeface="Google Sans"/>
            </a:endParaRPr>
          </a:p>
          <a:p>
            <a:pPr marL="914400" marR="0" lvl="1" indent="-342900" algn="l" rtl="0">
              <a:lnSpc>
                <a:spcPct val="115000"/>
              </a:lnSpc>
              <a:spcBef>
                <a:spcPts val="0"/>
              </a:spcBef>
              <a:spcAft>
                <a:spcPts val="0"/>
              </a:spcAft>
              <a:buClr>
                <a:srgbClr val="434343"/>
              </a:buClr>
              <a:buSzPts val="1800"/>
              <a:buFont typeface="Google Sans"/>
              <a:buAutoNum type="alphaLcPeriod"/>
            </a:pPr>
            <a:r>
              <a:rPr lang="en-GB" sz="1800" i="0" u="none" strike="noStrike" cap="none">
                <a:solidFill>
                  <a:srgbClr val="434343"/>
                </a:solidFill>
                <a:latin typeface="Google Sans"/>
                <a:ea typeface="Google Sans"/>
                <a:cs typeface="Google Sans"/>
                <a:sym typeface="Google Sans"/>
              </a:rPr>
              <a:t>How different is it from any of the other existing ideas?</a:t>
            </a:r>
            <a:endParaRPr sz="1800" i="0" u="none" strike="noStrike" cap="none">
              <a:solidFill>
                <a:srgbClr val="434343"/>
              </a:solidFill>
              <a:latin typeface="Google Sans"/>
              <a:ea typeface="Google Sans"/>
              <a:cs typeface="Google Sans"/>
              <a:sym typeface="Google Sans"/>
            </a:endParaRPr>
          </a:p>
          <a:p>
            <a:pPr marL="914400" marR="0" lvl="1" indent="-342900" algn="l" rtl="0">
              <a:lnSpc>
                <a:spcPct val="115000"/>
              </a:lnSpc>
              <a:spcBef>
                <a:spcPts val="0"/>
              </a:spcBef>
              <a:spcAft>
                <a:spcPts val="0"/>
              </a:spcAft>
              <a:buClr>
                <a:srgbClr val="434343"/>
              </a:buClr>
              <a:buSzPts val="1800"/>
              <a:buFont typeface="Google Sans"/>
              <a:buAutoNum type="alphaLcPeriod"/>
            </a:pPr>
            <a:r>
              <a:rPr lang="en-GB" sz="1800" i="0" u="none" strike="noStrike" cap="none">
                <a:solidFill>
                  <a:srgbClr val="434343"/>
                </a:solidFill>
                <a:latin typeface="Google Sans"/>
                <a:ea typeface="Google Sans"/>
                <a:cs typeface="Google Sans"/>
                <a:sym typeface="Google Sans"/>
              </a:rPr>
              <a:t>How will it be able to solve the problem?</a:t>
            </a:r>
            <a:endParaRPr sz="1800" i="0" u="none" strike="noStrike" cap="none">
              <a:solidFill>
                <a:srgbClr val="434343"/>
              </a:solidFill>
              <a:latin typeface="Google Sans"/>
              <a:ea typeface="Google Sans"/>
              <a:cs typeface="Google Sans"/>
              <a:sym typeface="Google Sans"/>
            </a:endParaRPr>
          </a:p>
        </p:txBody>
      </p:sp>
      <p:pic>
        <p:nvPicPr>
          <p:cNvPr id="119" name="Google Shape;119;p28" title="Group 2200185.png"/>
          <p:cNvPicPr preferRelativeResize="0"/>
          <p:nvPr/>
        </p:nvPicPr>
        <p:blipFill>
          <a:blip r:embed="rId3">
            <a:alphaModFix/>
          </a:blip>
          <a:stretch>
            <a:fillRect/>
          </a:stretch>
        </p:blipFill>
        <p:spPr>
          <a:xfrm>
            <a:off x="159800" y="174175"/>
            <a:ext cx="1826526" cy="327425"/>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23"/>
        <p:cNvGrpSpPr/>
        <p:nvPr/>
      </p:nvGrpSpPr>
      <p:grpSpPr>
        <a:xfrm>
          <a:off x="0" y="0"/>
          <a:ext cx="0" cy="0"/>
          <a:chOff x="0" y="0"/>
          <a:chExt cx="0" cy="0"/>
        </a:xfrm>
      </p:grpSpPr>
      <p:sp>
        <p:nvSpPr>
          <p:cNvPr id="124" name="Google Shape;124;p29"/>
          <p:cNvSpPr txBox="1"/>
          <p:nvPr/>
        </p:nvSpPr>
        <p:spPr>
          <a:xfrm>
            <a:off x="222600" y="657717"/>
            <a:ext cx="8698800" cy="5499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800"/>
              <a:buFont typeface="Arial"/>
              <a:buNone/>
            </a:pPr>
            <a:r>
              <a:rPr lang="en-GB" sz="1800" b="1" i="0" u="none" strike="noStrike" cap="none" dirty="0">
                <a:solidFill>
                  <a:srgbClr val="434343"/>
                </a:solidFill>
                <a:latin typeface="Google Sans"/>
                <a:ea typeface="Google Sans"/>
                <a:cs typeface="Google Sans"/>
                <a:sym typeface="Google Sans"/>
              </a:rPr>
              <a:t>List of features offered by the solution</a:t>
            </a:r>
            <a:endParaRPr sz="1800" b="1" i="0" u="none" strike="noStrike" cap="none" dirty="0">
              <a:solidFill>
                <a:srgbClr val="434343"/>
              </a:solidFill>
              <a:latin typeface="Google Sans"/>
              <a:ea typeface="Google Sans"/>
              <a:cs typeface="Google Sans"/>
              <a:sym typeface="Google Sans"/>
            </a:endParaRPr>
          </a:p>
        </p:txBody>
      </p:sp>
      <p:pic>
        <p:nvPicPr>
          <p:cNvPr id="125" name="Google Shape;125;p29" title="Group 2200185.png"/>
          <p:cNvPicPr preferRelativeResize="0"/>
          <p:nvPr/>
        </p:nvPicPr>
        <p:blipFill>
          <a:blip r:embed="rId3">
            <a:alphaModFix/>
          </a:blip>
          <a:stretch>
            <a:fillRect/>
          </a:stretch>
        </p:blipFill>
        <p:spPr>
          <a:xfrm>
            <a:off x="159800" y="174175"/>
            <a:ext cx="1826526" cy="327425"/>
          </a:xfrm>
          <a:prstGeom prst="rect">
            <a:avLst/>
          </a:prstGeom>
          <a:noFill/>
          <a:ln>
            <a:noFill/>
          </a:ln>
        </p:spPr>
      </p:pic>
      <p:sp>
        <p:nvSpPr>
          <p:cNvPr id="4" name="Text Placeholder 3">
            <a:extLst>
              <a:ext uri="{FF2B5EF4-FFF2-40B4-BE49-F238E27FC236}">
                <a16:creationId xmlns:a16="http://schemas.microsoft.com/office/drawing/2014/main" id="{27110B15-D422-F6A2-31B9-BC6AC3B481B2}"/>
              </a:ext>
            </a:extLst>
          </p:cNvPr>
          <p:cNvSpPr>
            <a:spLocks noGrp="1"/>
          </p:cNvSpPr>
          <p:nvPr>
            <p:ph type="body" idx="1"/>
          </p:nvPr>
        </p:nvSpPr>
        <p:spPr>
          <a:xfrm>
            <a:off x="311700" y="829025"/>
            <a:ext cx="8520600" cy="4140300"/>
          </a:xfrm>
        </p:spPr>
        <p:txBody>
          <a:bodyPr anchor="ctr">
            <a:normAutofit fontScale="92500"/>
          </a:bodyPr>
          <a:lstStyle/>
          <a:p>
            <a:pPr marL="514350" indent="-400050" algn="just">
              <a:lnSpc>
                <a:spcPct val="160000"/>
              </a:lnSpc>
              <a:buFont typeface="+mj-lt"/>
              <a:buAutoNum type="arabicPeriod"/>
            </a:pPr>
            <a:r>
              <a:rPr lang="en-US" sz="1600" dirty="0">
                <a:solidFill>
                  <a:schemeClr val="tx1">
                    <a:lumMod val="95000"/>
                    <a:lumOff val="5000"/>
                  </a:schemeClr>
                </a:solidFill>
                <a:latin typeface="Garamond" panose="02020404030301010803" pitchFamily="18" charset="0"/>
              </a:rPr>
              <a:t>Attendance Marker</a:t>
            </a:r>
          </a:p>
          <a:p>
            <a:pPr marL="971550" lvl="1" indent="-400050" algn="just">
              <a:lnSpc>
                <a:spcPct val="160000"/>
              </a:lnSpc>
              <a:buFont typeface="+mj-lt"/>
              <a:buAutoNum type="arabicPeriod"/>
            </a:pPr>
            <a:r>
              <a:rPr lang="en-US" sz="1200" dirty="0">
                <a:solidFill>
                  <a:schemeClr val="tx1">
                    <a:lumMod val="95000"/>
                    <a:lumOff val="5000"/>
                  </a:schemeClr>
                </a:solidFill>
                <a:latin typeface="Garamond" panose="02020404030301010803" pitchFamily="18" charset="0"/>
              </a:rPr>
              <a:t>Students can mark attendance via a QR Code generated by Manager</a:t>
            </a:r>
          </a:p>
          <a:p>
            <a:pPr marL="971550" lvl="1" indent="-400050" algn="just">
              <a:lnSpc>
                <a:spcPct val="160000"/>
              </a:lnSpc>
              <a:buFont typeface="+mj-lt"/>
              <a:buAutoNum type="arabicPeriod"/>
            </a:pPr>
            <a:r>
              <a:rPr lang="en-US" sz="1200" dirty="0">
                <a:solidFill>
                  <a:schemeClr val="tx1">
                    <a:lumMod val="95000"/>
                    <a:lumOff val="5000"/>
                  </a:schemeClr>
                </a:solidFill>
                <a:latin typeface="Garamond" panose="02020404030301010803" pitchFamily="18" charset="0"/>
              </a:rPr>
              <a:t>However, in case there is some problem in marking the attendance by QR, a manual Attendance marker is also setup</a:t>
            </a:r>
          </a:p>
          <a:p>
            <a:pPr marL="971550" lvl="1" indent="-400050" algn="just">
              <a:lnSpc>
                <a:spcPct val="160000"/>
              </a:lnSpc>
              <a:buFont typeface="+mj-lt"/>
              <a:buAutoNum type="arabicPeriod"/>
            </a:pPr>
            <a:r>
              <a:rPr lang="en-US" sz="1200" dirty="0">
                <a:solidFill>
                  <a:schemeClr val="tx1">
                    <a:lumMod val="95000"/>
                    <a:lumOff val="5000"/>
                  </a:schemeClr>
                </a:solidFill>
                <a:latin typeface="Garamond" panose="02020404030301010803" pitchFamily="18" charset="0"/>
              </a:rPr>
              <a:t>This feature ensures </a:t>
            </a:r>
            <a:r>
              <a:rPr lang="en-US" sz="1200" b="1" dirty="0">
                <a:solidFill>
                  <a:schemeClr val="tx1">
                    <a:lumMod val="95000"/>
                    <a:lumOff val="5000"/>
                  </a:schemeClr>
                </a:solidFill>
                <a:latin typeface="Garamond" panose="02020404030301010803" pitchFamily="18" charset="0"/>
              </a:rPr>
              <a:t>Mess isolation </a:t>
            </a:r>
            <a:r>
              <a:rPr lang="en-US" sz="1200" dirty="0">
                <a:solidFill>
                  <a:schemeClr val="tx1">
                    <a:lumMod val="95000"/>
                    <a:lumOff val="5000"/>
                  </a:schemeClr>
                </a:solidFill>
                <a:latin typeface="Garamond" panose="02020404030301010803" pitchFamily="18" charset="0"/>
              </a:rPr>
              <a:t>(</a:t>
            </a:r>
            <a:r>
              <a:rPr lang="en-US" sz="1200" dirty="0" err="1">
                <a:solidFill>
                  <a:schemeClr val="tx1">
                    <a:lumMod val="95000"/>
                    <a:lumOff val="5000"/>
                  </a:schemeClr>
                </a:solidFill>
                <a:latin typeface="Garamond" panose="02020404030301010803" pitchFamily="18" charset="0"/>
              </a:rPr>
              <a:t>eg</a:t>
            </a:r>
            <a:r>
              <a:rPr lang="en-US" sz="1200" dirty="0">
                <a:solidFill>
                  <a:schemeClr val="tx1">
                    <a:lumMod val="95000"/>
                    <a:lumOff val="5000"/>
                  </a:schemeClr>
                </a:solidFill>
                <a:latin typeface="Garamond" panose="02020404030301010803" pitchFamily="18" charset="0"/>
              </a:rPr>
              <a:t>, attendance marked by student of alder mess doesn’t show up in oak’s manager Analytics)</a:t>
            </a:r>
          </a:p>
          <a:p>
            <a:pPr marL="971550" lvl="1" indent="-400050" algn="just">
              <a:lnSpc>
                <a:spcPct val="160000"/>
              </a:lnSpc>
              <a:buFont typeface="+mj-lt"/>
              <a:buAutoNum type="arabicPeriod"/>
            </a:pPr>
            <a:r>
              <a:rPr lang="en-US" sz="1200" dirty="0">
                <a:solidFill>
                  <a:schemeClr val="tx1">
                    <a:lumMod val="95000"/>
                    <a:lumOff val="5000"/>
                  </a:schemeClr>
                </a:solidFill>
                <a:latin typeface="Garamond" panose="02020404030301010803" pitchFamily="18" charset="0"/>
              </a:rPr>
              <a:t>This is achieved by creating an Authentication service, and having different login pages and UI for both students and Managers</a:t>
            </a:r>
          </a:p>
          <a:p>
            <a:pPr marL="971550" lvl="1" indent="-400050" algn="just">
              <a:lnSpc>
                <a:spcPct val="160000"/>
              </a:lnSpc>
              <a:buFont typeface="+mj-lt"/>
              <a:buAutoNum type="arabicPeriod"/>
            </a:pPr>
            <a:r>
              <a:rPr lang="en-US" sz="1200" dirty="0">
                <a:solidFill>
                  <a:schemeClr val="tx1">
                    <a:lumMod val="95000"/>
                    <a:lumOff val="5000"/>
                  </a:schemeClr>
                </a:solidFill>
                <a:latin typeface="Garamond" panose="02020404030301010803" pitchFamily="18" charset="0"/>
              </a:rPr>
              <a:t>This attendance can be used as a counter for students inside the mess (for a period of 15 minutes), and perform Analytics and ML crowd predictions</a:t>
            </a:r>
          </a:p>
          <a:p>
            <a:pPr marL="514350" indent="-400050" algn="just">
              <a:lnSpc>
                <a:spcPct val="160000"/>
              </a:lnSpc>
              <a:buFont typeface="+mj-lt"/>
              <a:buAutoNum type="arabicPeriod"/>
            </a:pPr>
            <a:r>
              <a:rPr lang="en-US" sz="1600" dirty="0">
                <a:solidFill>
                  <a:schemeClr val="tx1">
                    <a:lumMod val="95000"/>
                    <a:lumOff val="5000"/>
                  </a:schemeClr>
                </a:solidFill>
                <a:latin typeface="Garamond" panose="02020404030301010803" pitchFamily="18" charset="0"/>
              </a:rPr>
              <a:t>Crowd Prediction</a:t>
            </a:r>
          </a:p>
          <a:p>
            <a:pPr marL="971550" lvl="1" indent="-400050" algn="just">
              <a:lnSpc>
                <a:spcPct val="160000"/>
              </a:lnSpc>
              <a:buFont typeface="+mj-lt"/>
              <a:buAutoNum type="arabicPeriod"/>
            </a:pPr>
            <a:r>
              <a:rPr lang="en-US" sz="1200" dirty="0">
                <a:solidFill>
                  <a:schemeClr val="tx1">
                    <a:lumMod val="95000"/>
                    <a:lumOff val="5000"/>
                  </a:schemeClr>
                </a:solidFill>
                <a:latin typeface="Garamond" panose="02020404030301010803" pitchFamily="18" charset="0"/>
              </a:rPr>
              <a:t>The ML model incorporated performs crowd prediction in the interval of every 15 minutes, using the data collected by marking attendance in that period</a:t>
            </a:r>
          </a:p>
          <a:p>
            <a:pPr marL="971550" lvl="1" indent="-400050" algn="just">
              <a:lnSpc>
                <a:spcPct val="160000"/>
              </a:lnSpc>
              <a:buFont typeface="+mj-lt"/>
              <a:buAutoNum type="arabicPeriod"/>
            </a:pPr>
            <a:r>
              <a:rPr lang="en-US" sz="1200" dirty="0">
                <a:solidFill>
                  <a:schemeClr val="tx1">
                    <a:lumMod val="95000"/>
                    <a:lumOff val="5000"/>
                  </a:schemeClr>
                </a:solidFill>
                <a:latin typeface="Garamond" panose="02020404030301010803" pitchFamily="18" charset="0"/>
              </a:rPr>
              <a:t>The predicted crowd level is shown in student’s UI indicating the “best” time for Mess visit</a:t>
            </a:r>
          </a:p>
          <a:p>
            <a:pPr marL="971550" lvl="1" indent="-400050" algn="just">
              <a:lnSpc>
                <a:spcPct val="160000"/>
              </a:lnSpc>
              <a:buFont typeface="+mj-lt"/>
              <a:buAutoNum type="arabicPeriod"/>
            </a:pPr>
            <a:r>
              <a:rPr lang="en-US" sz="1200" dirty="0">
                <a:solidFill>
                  <a:schemeClr val="tx1">
                    <a:lumMod val="95000"/>
                    <a:lumOff val="5000"/>
                  </a:schemeClr>
                </a:solidFill>
                <a:latin typeface="Garamond" panose="02020404030301010803" pitchFamily="18" charset="0"/>
              </a:rPr>
              <a:t>The underlying logic is optimized so that the predictions are available for “mess-open” timings only.</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71"/>
        <p:cNvGrpSpPr/>
        <p:nvPr/>
      </p:nvGrpSpPr>
      <p:grpSpPr>
        <a:xfrm>
          <a:off x="0" y="0"/>
          <a:ext cx="0" cy="0"/>
          <a:chOff x="0" y="0"/>
          <a:chExt cx="0" cy="0"/>
        </a:xfrm>
      </p:grpSpPr>
      <p:pic>
        <p:nvPicPr>
          <p:cNvPr id="172" name="Google Shape;172;p37" title="Group 2200185.png"/>
          <p:cNvPicPr preferRelativeResize="0"/>
          <p:nvPr/>
        </p:nvPicPr>
        <p:blipFill>
          <a:blip r:embed="rId3">
            <a:alphaModFix/>
          </a:blip>
          <a:stretch>
            <a:fillRect/>
          </a:stretch>
        </p:blipFill>
        <p:spPr>
          <a:xfrm>
            <a:off x="159800" y="174175"/>
            <a:ext cx="1826526" cy="327425"/>
          </a:xfrm>
          <a:prstGeom prst="rect">
            <a:avLst/>
          </a:prstGeom>
          <a:noFill/>
          <a:ln>
            <a:noFill/>
          </a:ln>
        </p:spPr>
      </p:pic>
      <p:sp>
        <p:nvSpPr>
          <p:cNvPr id="3" name="Text Placeholder 2">
            <a:extLst>
              <a:ext uri="{FF2B5EF4-FFF2-40B4-BE49-F238E27FC236}">
                <a16:creationId xmlns:a16="http://schemas.microsoft.com/office/drawing/2014/main" id="{4A407870-F1F7-4EA9-6FB0-3B4C41428FF1}"/>
              </a:ext>
            </a:extLst>
          </p:cNvPr>
          <p:cNvSpPr>
            <a:spLocks noGrp="1"/>
          </p:cNvSpPr>
          <p:nvPr>
            <p:ph type="body" idx="1"/>
          </p:nvPr>
        </p:nvSpPr>
        <p:spPr>
          <a:xfrm>
            <a:off x="311700" y="925229"/>
            <a:ext cx="8520600" cy="3163551"/>
          </a:xfrm>
        </p:spPr>
        <p:txBody>
          <a:bodyPr anchor="ctr">
            <a:normAutofit/>
          </a:bodyPr>
          <a:lstStyle/>
          <a:p>
            <a:pPr marL="514350" indent="-400050" algn="just">
              <a:lnSpc>
                <a:spcPct val="160000"/>
              </a:lnSpc>
              <a:buFont typeface="+mj-lt"/>
              <a:buAutoNum type="arabicPeriod" startAt="3"/>
            </a:pPr>
            <a:r>
              <a:rPr lang="en-US" sz="1600" dirty="0">
                <a:solidFill>
                  <a:schemeClr val="tx1">
                    <a:lumMod val="95000"/>
                    <a:lumOff val="5000"/>
                  </a:schemeClr>
                </a:solidFill>
                <a:latin typeface="Garamond" panose="02020404030301010803" pitchFamily="18" charset="0"/>
              </a:rPr>
              <a:t>Review System</a:t>
            </a:r>
          </a:p>
          <a:p>
            <a:pPr marL="971550" lvl="1" indent="-400050" algn="just">
              <a:lnSpc>
                <a:spcPct val="160000"/>
              </a:lnSpc>
              <a:buFont typeface="+mj-lt"/>
              <a:buAutoNum type="arabicPeriod"/>
            </a:pPr>
            <a:r>
              <a:rPr lang="en-US" sz="1200" dirty="0">
                <a:solidFill>
                  <a:schemeClr val="tx1">
                    <a:lumMod val="95000"/>
                    <a:lumOff val="5000"/>
                  </a:schemeClr>
                </a:solidFill>
                <a:latin typeface="Garamond" panose="02020404030301010803" pitchFamily="18" charset="0"/>
              </a:rPr>
              <a:t>A separate, independent and anonymous review system is integrated</a:t>
            </a:r>
          </a:p>
          <a:p>
            <a:pPr marL="971550" lvl="1" indent="-400050" algn="just">
              <a:lnSpc>
                <a:spcPct val="160000"/>
              </a:lnSpc>
              <a:buFont typeface="+mj-lt"/>
              <a:buAutoNum type="arabicPeriod"/>
            </a:pPr>
            <a:r>
              <a:rPr lang="en-US" sz="1200" dirty="0">
                <a:solidFill>
                  <a:schemeClr val="tx1">
                    <a:lumMod val="95000"/>
                    <a:lumOff val="5000"/>
                  </a:schemeClr>
                </a:solidFill>
                <a:latin typeface="Garamond" panose="02020404030301010803" pitchFamily="18" charset="0"/>
              </a:rPr>
              <a:t>Students can give reviews for that specific slot of mess (Breakfast, Lunch, Dinner), which will be displayed on the Analytics section of Manager’s UI</a:t>
            </a:r>
          </a:p>
          <a:p>
            <a:pPr marL="971550" lvl="1" indent="-400050" algn="just">
              <a:lnSpc>
                <a:spcPct val="160000"/>
              </a:lnSpc>
              <a:buFont typeface="+mj-lt"/>
              <a:buAutoNum type="arabicPeriod"/>
            </a:pPr>
            <a:r>
              <a:rPr lang="en-US" sz="1200" dirty="0">
                <a:solidFill>
                  <a:schemeClr val="tx1">
                    <a:lumMod val="95000"/>
                    <a:lumOff val="5000"/>
                  </a:schemeClr>
                </a:solidFill>
                <a:latin typeface="Garamond" panose="02020404030301010803" pitchFamily="18" charset="0"/>
              </a:rPr>
              <a:t>The review will be anonymous and the underlying logic Ensures there is </a:t>
            </a:r>
            <a:r>
              <a:rPr lang="en-US" sz="1200" b="1" dirty="0">
                <a:solidFill>
                  <a:schemeClr val="tx1">
                    <a:lumMod val="95000"/>
                    <a:lumOff val="5000"/>
                  </a:schemeClr>
                </a:solidFill>
                <a:latin typeface="Garamond" panose="02020404030301010803" pitchFamily="18" charset="0"/>
              </a:rPr>
              <a:t>Mess Isolation</a:t>
            </a:r>
            <a:r>
              <a:rPr lang="en-US" sz="1000" dirty="0">
                <a:solidFill>
                  <a:schemeClr val="tx1">
                    <a:lumMod val="95000"/>
                    <a:lumOff val="5000"/>
                  </a:schemeClr>
                </a:solidFill>
                <a:latin typeface="Garamond" panose="02020404030301010803" pitchFamily="18" charset="0"/>
              </a:rPr>
              <a:t>.</a:t>
            </a:r>
          </a:p>
          <a:p>
            <a:pPr marL="514350" indent="-400050" algn="just">
              <a:lnSpc>
                <a:spcPct val="160000"/>
              </a:lnSpc>
              <a:buFont typeface="+mj-lt"/>
              <a:buAutoNum type="arabicPeriod" startAt="3"/>
            </a:pPr>
            <a:r>
              <a:rPr lang="en-US" sz="1600" dirty="0">
                <a:solidFill>
                  <a:schemeClr val="tx1">
                    <a:lumMod val="95000"/>
                    <a:lumOff val="5000"/>
                  </a:schemeClr>
                </a:solidFill>
                <a:latin typeface="Garamond" panose="02020404030301010803" pitchFamily="18" charset="0"/>
              </a:rPr>
              <a:t>Menu Creation</a:t>
            </a:r>
          </a:p>
          <a:p>
            <a:pPr marL="971550" lvl="1" indent="-400050" algn="just">
              <a:lnSpc>
                <a:spcPct val="160000"/>
              </a:lnSpc>
              <a:buFont typeface="+mj-lt"/>
              <a:buAutoNum type="arabicPeriod"/>
            </a:pPr>
            <a:r>
              <a:rPr lang="en-US" sz="1200" dirty="0">
                <a:solidFill>
                  <a:schemeClr val="tx1">
                    <a:lumMod val="95000"/>
                    <a:lumOff val="5000"/>
                  </a:schemeClr>
                </a:solidFill>
                <a:latin typeface="Garamond" panose="02020404030301010803" pitchFamily="18" charset="0"/>
              </a:rPr>
              <a:t>The Managers can create the menu for specific slot of the day (Breakfast, Lunch, Dinner)</a:t>
            </a:r>
          </a:p>
          <a:p>
            <a:pPr marL="971550" lvl="1" indent="-400050" algn="just">
              <a:lnSpc>
                <a:spcPct val="160000"/>
              </a:lnSpc>
              <a:buFont typeface="+mj-lt"/>
              <a:buAutoNum type="arabicPeriod"/>
            </a:pPr>
            <a:r>
              <a:rPr lang="en-US" sz="1200" dirty="0">
                <a:solidFill>
                  <a:schemeClr val="tx1">
                    <a:lumMod val="95000"/>
                    <a:lumOff val="5000"/>
                  </a:schemeClr>
                </a:solidFill>
                <a:latin typeface="Garamond" panose="02020404030301010803" pitchFamily="18" charset="0"/>
              </a:rPr>
              <a:t>This menu will be displayed on the student’s UI for that mess only, thus ensuring </a:t>
            </a:r>
            <a:r>
              <a:rPr lang="en-US" sz="1200" b="1" dirty="0">
                <a:solidFill>
                  <a:schemeClr val="tx1">
                    <a:lumMod val="95000"/>
                    <a:lumOff val="5000"/>
                  </a:schemeClr>
                </a:solidFill>
                <a:latin typeface="Garamond" panose="02020404030301010803" pitchFamily="18" charset="0"/>
              </a:rPr>
              <a:t>Mess Isolation</a:t>
            </a:r>
          </a:p>
          <a:p>
            <a:pPr marL="971550" lvl="1" indent="-400050" algn="just">
              <a:lnSpc>
                <a:spcPct val="160000"/>
              </a:lnSpc>
              <a:buFont typeface="+mj-lt"/>
              <a:buAutoNum type="arabicPeriod"/>
            </a:pPr>
            <a:r>
              <a:rPr lang="en-US" sz="1200" dirty="0">
                <a:solidFill>
                  <a:schemeClr val="tx1">
                    <a:lumMod val="95000"/>
                    <a:lumOff val="5000"/>
                  </a:schemeClr>
                </a:solidFill>
                <a:latin typeface="Garamond" panose="02020404030301010803" pitchFamily="18" charset="0"/>
              </a:rPr>
              <a:t>However, this feature is currently not integrated in the actual build of MVP, due to time restrictions</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29"/>
        <p:cNvGrpSpPr/>
        <p:nvPr/>
      </p:nvGrpSpPr>
      <p:grpSpPr>
        <a:xfrm>
          <a:off x="0" y="0"/>
          <a:ext cx="0" cy="0"/>
          <a:chOff x="0" y="0"/>
          <a:chExt cx="0" cy="0"/>
        </a:xfrm>
      </p:grpSpPr>
      <p:sp>
        <p:nvSpPr>
          <p:cNvPr id="130" name="Google Shape;130;p30"/>
          <p:cNvSpPr txBox="1"/>
          <p:nvPr/>
        </p:nvSpPr>
        <p:spPr>
          <a:xfrm>
            <a:off x="158825" y="855225"/>
            <a:ext cx="8784300" cy="11283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800"/>
              <a:buFont typeface="Arial"/>
              <a:buNone/>
            </a:pPr>
            <a:r>
              <a:rPr lang="en-GB" sz="1800" b="1" dirty="0">
                <a:solidFill>
                  <a:srgbClr val="434343"/>
                </a:solidFill>
                <a:latin typeface="Google Sans"/>
                <a:ea typeface="Google Sans"/>
                <a:cs typeface="Google Sans"/>
                <a:sym typeface="Google Sans"/>
              </a:rPr>
              <a:t>Google </a:t>
            </a:r>
            <a:r>
              <a:rPr lang="en-GB" sz="1800" b="1" i="0" u="none" strike="noStrike" cap="none" dirty="0">
                <a:solidFill>
                  <a:srgbClr val="434343"/>
                </a:solidFill>
                <a:latin typeface="Google Sans"/>
                <a:ea typeface="Google Sans"/>
                <a:cs typeface="Google Sans"/>
                <a:sym typeface="Google Sans"/>
              </a:rPr>
              <a:t>Technologies used in the solution</a:t>
            </a:r>
            <a:endParaRPr sz="1200" b="1" i="0" u="none" strike="noStrike" cap="none" dirty="0">
              <a:solidFill>
                <a:srgbClr val="434343"/>
              </a:solidFill>
              <a:latin typeface="Google Sans"/>
              <a:ea typeface="Google Sans"/>
              <a:cs typeface="Google Sans"/>
              <a:sym typeface="Google Sans"/>
            </a:endParaRPr>
          </a:p>
        </p:txBody>
      </p:sp>
      <p:pic>
        <p:nvPicPr>
          <p:cNvPr id="131" name="Google Shape;131;p30" title="Group 2200185.png"/>
          <p:cNvPicPr preferRelativeResize="0"/>
          <p:nvPr/>
        </p:nvPicPr>
        <p:blipFill>
          <a:blip r:embed="rId3">
            <a:alphaModFix/>
          </a:blip>
          <a:stretch>
            <a:fillRect/>
          </a:stretch>
        </p:blipFill>
        <p:spPr>
          <a:xfrm>
            <a:off x="159800" y="174175"/>
            <a:ext cx="1826526" cy="327425"/>
          </a:xfrm>
          <a:prstGeom prst="rect">
            <a:avLst/>
          </a:prstGeom>
          <a:noFill/>
          <a:ln>
            <a:noFill/>
          </a:ln>
        </p:spPr>
      </p:pic>
      <p:sp>
        <p:nvSpPr>
          <p:cNvPr id="3" name="Text Placeholder 2">
            <a:extLst>
              <a:ext uri="{FF2B5EF4-FFF2-40B4-BE49-F238E27FC236}">
                <a16:creationId xmlns:a16="http://schemas.microsoft.com/office/drawing/2014/main" id="{E0EAD3B1-B958-8F6D-ED82-21832DE33967}"/>
              </a:ext>
            </a:extLst>
          </p:cNvPr>
          <p:cNvSpPr>
            <a:spLocks noGrp="1"/>
          </p:cNvSpPr>
          <p:nvPr>
            <p:ph type="body" idx="1"/>
          </p:nvPr>
        </p:nvSpPr>
        <p:spPr>
          <a:xfrm>
            <a:off x="311700" y="1494262"/>
            <a:ext cx="8520600" cy="1501699"/>
          </a:xfrm>
        </p:spPr>
        <p:txBody>
          <a:bodyPr anchor="ctr">
            <a:normAutofit/>
          </a:bodyPr>
          <a:lstStyle/>
          <a:p>
            <a:r>
              <a:rPr lang="en-US" sz="1600" dirty="0">
                <a:latin typeface="Garamond" panose="02020404030301010803" pitchFamily="18" charset="0"/>
              </a:rPr>
              <a:t>Flutter (For Frontend UI)</a:t>
            </a:r>
          </a:p>
          <a:p>
            <a:r>
              <a:rPr lang="en-US" sz="1600" dirty="0">
                <a:latin typeface="Garamond" panose="02020404030301010803" pitchFamily="18" charset="0"/>
              </a:rPr>
              <a:t>TensorFlow (For ML Crowd Prediction Model)</a:t>
            </a:r>
          </a:p>
          <a:p>
            <a:r>
              <a:rPr lang="en-US" sz="1600" dirty="0">
                <a:latin typeface="Garamond" panose="02020404030301010803" pitchFamily="18" charset="0"/>
              </a:rPr>
              <a:t>Firebase Firestore (For Database)</a:t>
            </a:r>
          </a:p>
          <a:p>
            <a:r>
              <a:rPr lang="en-US" sz="1600" dirty="0">
                <a:latin typeface="Garamond" panose="02020404030301010803" pitchFamily="18" charset="0"/>
              </a:rPr>
              <a:t>Google Cloud, GCP (For Hosting)</a:t>
            </a:r>
          </a:p>
          <a:p>
            <a:endParaRPr lang="en-IN" sz="1600" dirty="0">
              <a:latin typeface="Garamond" panose="02020404030301010803" pitchFamily="18" charset="0"/>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35"/>
        <p:cNvGrpSpPr/>
        <p:nvPr/>
      </p:nvGrpSpPr>
      <p:grpSpPr>
        <a:xfrm>
          <a:off x="0" y="0"/>
          <a:ext cx="0" cy="0"/>
          <a:chOff x="0" y="0"/>
          <a:chExt cx="0" cy="0"/>
        </a:xfrm>
      </p:grpSpPr>
      <p:sp>
        <p:nvSpPr>
          <p:cNvPr id="136" name="Google Shape;136;p31"/>
          <p:cNvSpPr txBox="1"/>
          <p:nvPr/>
        </p:nvSpPr>
        <p:spPr>
          <a:xfrm>
            <a:off x="195475" y="830775"/>
            <a:ext cx="8772000" cy="5130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800"/>
              <a:buFont typeface="Arial"/>
              <a:buNone/>
            </a:pPr>
            <a:r>
              <a:rPr lang="en-GB" sz="1800" b="1" i="0" u="none" strike="noStrike" cap="none">
                <a:solidFill>
                  <a:srgbClr val="434343"/>
                </a:solidFill>
                <a:latin typeface="Google Sans"/>
                <a:ea typeface="Google Sans"/>
                <a:cs typeface="Google Sans"/>
                <a:sym typeface="Google Sans"/>
              </a:rPr>
              <a:t>Process flow diagram or Use-case diagram</a:t>
            </a:r>
            <a:endParaRPr sz="1800" b="1" i="0" u="none" strike="noStrike" cap="none">
              <a:solidFill>
                <a:srgbClr val="434343"/>
              </a:solidFill>
              <a:latin typeface="Google Sans"/>
              <a:ea typeface="Google Sans"/>
              <a:cs typeface="Google Sans"/>
              <a:sym typeface="Google Sans"/>
            </a:endParaRPr>
          </a:p>
        </p:txBody>
      </p:sp>
      <p:pic>
        <p:nvPicPr>
          <p:cNvPr id="137" name="Google Shape;137;p31" title="Group 2200185.png"/>
          <p:cNvPicPr preferRelativeResize="0"/>
          <p:nvPr/>
        </p:nvPicPr>
        <p:blipFill>
          <a:blip r:embed="rId3">
            <a:alphaModFix/>
          </a:blip>
          <a:stretch>
            <a:fillRect/>
          </a:stretch>
        </p:blipFill>
        <p:spPr>
          <a:xfrm>
            <a:off x="159800" y="174175"/>
            <a:ext cx="1826526" cy="327425"/>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41"/>
        <p:cNvGrpSpPr/>
        <p:nvPr/>
      </p:nvGrpSpPr>
      <p:grpSpPr>
        <a:xfrm>
          <a:off x="0" y="0"/>
          <a:ext cx="0" cy="0"/>
          <a:chOff x="0" y="0"/>
          <a:chExt cx="0" cy="0"/>
        </a:xfrm>
      </p:grpSpPr>
      <p:sp>
        <p:nvSpPr>
          <p:cNvPr id="142" name="Google Shape;142;p32"/>
          <p:cNvSpPr txBox="1"/>
          <p:nvPr/>
        </p:nvSpPr>
        <p:spPr>
          <a:xfrm>
            <a:off x="207700" y="879650"/>
            <a:ext cx="8723100" cy="5988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800"/>
              <a:buFont typeface="Arial"/>
              <a:buNone/>
            </a:pPr>
            <a:r>
              <a:rPr lang="en-GB" sz="1800" b="1" i="0" u="none" strike="noStrike" cap="none">
                <a:solidFill>
                  <a:srgbClr val="434343"/>
                </a:solidFill>
                <a:latin typeface="Google Sans"/>
                <a:ea typeface="Google Sans"/>
                <a:cs typeface="Google Sans"/>
                <a:sym typeface="Google Sans"/>
              </a:rPr>
              <a:t>Wireframes/Mock diagrams of the proposed solution (optional)</a:t>
            </a:r>
            <a:endParaRPr sz="1800" b="1" i="0" u="none" strike="noStrike" cap="none">
              <a:solidFill>
                <a:srgbClr val="434343"/>
              </a:solidFill>
              <a:latin typeface="Google Sans"/>
              <a:ea typeface="Google Sans"/>
              <a:cs typeface="Google Sans"/>
              <a:sym typeface="Google Sans"/>
            </a:endParaRPr>
          </a:p>
        </p:txBody>
      </p:sp>
      <p:pic>
        <p:nvPicPr>
          <p:cNvPr id="143" name="Google Shape;143;p32" title="Group 2200185.png"/>
          <p:cNvPicPr preferRelativeResize="0"/>
          <p:nvPr/>
        </p:nvPicPr>
        <p:blipFill>
          <a:blip r:embed="rId3">
            <a:alphaModFix/>
          </a:blip>
          <a:stretch>
            <a:fillRect/>
          </a:stretch>
        </p:blipFill>
        <p:spPr>
          <a:xfrm>
            <a:off x="159800" y="174175"/>
            <a:ext cx="1826526" cy="327425"/>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47"/>
        <p:cNvGrpSpPr/>
        <p:nvPr/>
      </p:nvGrpSpPr>
      <p:grpSpPr>
        <a:xfrm>
          <a:off x="0" y="0"/>
          <a:ext cx="0" cy="0"/>
          <a:chOff x="0" y="0"/>
          <a:chExt cx="0" cy="0"/>
        </a:xfrm>
      </p:grpSpPr>
      <p:sp>
        <p:nvSpPr>
          <p:cNvPr id="148" name="Google Shape;148;p33"/>
          <p:cNvSpPr txBox="1"/>
          <p:nvPr/>
        </p:nvSpPr>
        <p:spPr>
          <a:xfrm>
            <a:off x="171050" y="867425"/>
            <a:ext cx="8820900" cy="5988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800"/>
              <a:buFont typeface="Arial"/>
              <a:buNone/>
            </a:pPr>
            <a:r>
              <a:rPr lang="en-GB" sz="1800" b="1" i="0" u="none" strike="noStrike" cap="none">
                <a:solidFill>
                  <a:srgbClr val="434343"/>
                </a:solidFill>
                <a:latin typeface="Google Sans"/>
                <a:ea typeface="Google Sans"/>
                <a:cs typeface="Google Sans"/>
                <a:sym typeface="Google Sans"/>
              </a:rPr>
              <a:t>Architecture diagram of the proposed solution</a:t>
            </a:r>
            <a:endParaRPr sz="1800" b="1" i="0" u="none" strike="noStrike" cap="none">
              <a:solidFill>
                <a:srgbClr val="434343"/>
              </a:solidFill>
              <a:latin typeface="Google Sans"/>
              <a:ea typeface="Google Sans"/>
              <a:cs typeface="Google Sans"/>
              <a:sym typeface="Google Sans"/>
            </a:endParaRPr>
          </a:p>
        </p:txBody>
      </p:sp>
      <p:pic>
        <p:nvPicPr>
          <p:cNvPr id="149" name="Google Shape;149;p33" title="Group 2200185.png"/>
          <p:cNvPicPr preferRelativeResize="0"/>
          <p:nvPr/>
        </p:nvPicPr>
        <p:blipFill>
          <a:blip r:embed="rId3">
            <a:alphaModFix/>
          </a:blip>
          <a:stretch>
            <a:fillRect/>
          </a:stretch>
        </p:blipFill>
        <p:spPr>
          <a:xfrm>
            <a:off x="159800" y="174175"/>
            <a:ext cx="1826526" cy="327425"/>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53"/>
        <p:cNvGrpSpPr/>
        <p:nvPr/>
      </p:nvGrpSpPr>
      <p:grpSpPr>
        <a:xfrm>
          <a:off x="0" y="0"/>
          <a:ext cx="0" cy="0"/>
          <a:chOff x="0" y="0"/>
          <a:chExt cx="0" cy="0"/>
        </a:xfrm>
      </p:grpSpPr>
      <p:sp>
        <p:nvSpPr>
          <p:cNvPr id="154" name="Google Shape;154;p34"/>
          <p:cNvSpPr txBox="1"/>
          <p:nvPr/>
        </p:nvSpPr>
        <p:spPr>
          <a:xfrm>
            <a:off x="219900" y="855225"/>
            <a:ext cx="8723100" cy="5988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800"/>
              <a:buFont typeface="Arial"/>
              <a:buNone/>
            </a:pPr>
            <a:r>
              <a:rPr lang="en-GB" sz="1800" b="1" i="0" u="none" strike="noStrike" cap="none">
                <a:solidFill>
                  <a:srgbClr val="434343"/>
                </a:solidFill>
                <a:latin typeface="Google Sans"/>
                <a:ea typeface="Google Sans"/>
                <a:cs typeface="Google Sans"/>
                <a:sym typeface="Google Sans"/>
              </a:rPr>
              <a:t>Snapshots of the MVP</a:t>
            </a:r>
            <a:endParaRPr sz="1800" b="1" i="0" u="none" strike="noStrike" cap="none">
              <a:solidFill>
                <a:srgbClr val="434343"/>
              </a:solidFill>
              <a:latin typeface="Google Sans"/>
              <a:ea typeface="Google Sans"/>
              <a:cs typeface="Google Sans"/>
              <a:sym typeface="Google Sans"/>
            </a:endParaRPr>
          </a:p>
        </p:txBody>
      </p:sp>
      <p:pic>
        <p:nvPicPr>
          <p:cNvPr id="155" name="Google Shape;155;p34" title="Group 2200185.png"/>
          <p:cNvPicPr preferRelativeResize="0"/>
          <p:nvPr/>
        </p:nvPicPr>
        <p:blipFill>
          <a:blip r:embed="rId3">
            <a:alphaModFix/>
          </a:blip>
          <a:stretch>
            <a:fillRect/>
          </a:stretch>
        </p:blipFill>
        <p:spPr>
          <a:xfrm>
            <a:off x="159800" y="174175"/>
            <a:ext cx="1826526" cy="327425"/>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59"/>
        <p:cNvGrpSpPr/>
        <p:nvPr/>
      </p:nvGrpSpPr>
      <p:grpSpPr>
        <a:xfrm>
          <a:off x="0" y="0"/>
          <a:ext cx="0" cy="0"/>
          <a:chOff x="0" y="0"/>
          <a:chExt cx="0" cy="0"/>
        </a:xfrm>
      </p:grpSpPr>
      <p:sp>
        <p:nvSpPr>
          <p:cNvPr id="160" name="Google Shape;160;p35"/>
          <p:cNvSpPr txBox="1"/>
          <p:nvPr/>
        </p:nvSpPr>
        <p:spPr>
          <a:xfrm>
            <a:off x="109950" y="781900"/>
            <a:ext cx="8894100" cy="6963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800"/>
              <a:buFont typeface="Arial"/>
              <a:buNone/>
            </a:pPr>
            <a:r>
              <a:rPr lang="en-GB" sz="1800" b="1" i="0" u="none" strike="noStrike" cap="none">
                <a:solidFill>
                  <a:srgbClr val="434343"/>
                </a:solidFill>
                <a:latin typeface="Google Sans"/>
                <a:ea typeface="Google Sans"/>
                <a:cs typeface="Google Sans"/>
                <a:sym typeface="Google Sans"/>
              </a:rPr>
              <a:t>Additional Details/Future Development (if any)</a:t>
            </a:r>
            <a:endParaRPr sz="1800" b="1" i="0" u="none" strike="noStrike" cap="none">
              <a:solidFill>
                <a:srgbClr val="434343"/>
              </a:solidFill>
              <a:latin typeface="Google Sans"/>
              <a:ea typeface="Google Sans"/>
              <a:cs typeface="Google Sans"/>
              <a:sym typeface="Google Sans"/>
            </a:endParaRPr>
          </a:p>
        </p:txBody>
      </p:sp>
      <p:pic>
        <p:nvPicPr>
          <p:cNvPr id="161" name="Google Shape;161;p35" title="Group 2200185.png"/>
          <p:cNvPicPr preferRelativeResize="0"/>
          <p:nvPr/>
        </p:nvPicPr>
        <p:blipFill>
          <a:blip r:embed="rId3">
            <a:alphaModFix/>
          </a:blip>
          <a:stretch>
            <a:fillRect/>
          </a:stretch>
        </p:blipFill>
        <p:spPr>
          <a:xfrm>
            <a:off x="159800" y="174175"/>
            <a:ext cx="1826526" cy="327425"/>
          </a:xfrm>
          <a:prstGeom prst="rect">
            <a:avLst/>
          </a:prstGeom>
          <a:noFill/>
          <a:ln>
            <a:noFill/>
          </a:ln>
        </p:spPr>
      </p:pic>
      <p:sp>
        <p:nvSpPr>
          <p:cNvPr id="3" name="Text Placeholder 2">
            <a:extLst>
              <a:ext uri="{FF2B5EF4-FFF2-40B4-BE49-F238E27FC236}">
                <a16:creationId xmlns:a16="http://schemas.microsoft.com/office/drawing/2014/main" id="{D9331EBA-CE48-4BD6-A01B-F6C45043BBCC}"/>
              </a:ext>
            </a:extLst>
          </p:cNvPr>
          <p:cNvSpPr>
            <a:spLocks noGrp="1"/>
          </p:cNvSpPr>
          <p:nvPr>
            <p:ph type="body" idx="1"/>
          </p:nvPr>
        </p:nvSpPr>
        <p:spPr>
          <a:xfrm>
            <a:off x="311700" y="1130050"/>
            <a:ext cx="8520600" cy="3683218"/>
          </a:xfrm>
        </p:spPr>
        <p:txBody>
          <a:bodyPr anchor="ctr">
            <a:normAutofit/>
          </a:bodyPr>
          <a:lstStyle/>
          <a:p>
            <a:pPr>
              <a:lnSpc>
                <a:spcPct val="150000"/>
              </a:lnSpc>
              <a:buFont typeface="+mj-lt"/>
              <a:buAutoNum type="arabicPeriod"/>
            </a:pPr>
            <a:r>
              <a:rPr lang="en-US" sz="1600" dirty="0">
                <a:latin typeface="Garamond" panose="02020404030301010803" pitchFamily="18" charset="0"/>
              </a:rPr>
              <a:t>Authentication Methodology MUST be improved</a:t>
            </a:r>
          </a:p>
          <a:p>
            <a:pPr lvl="1">
              <a:lnSpc>
                <a:spcPct val="150000"/>
              </a:lnSpc>
              <a:buFont typeface="+mj-lt"/>
              <a:buAutoNum type="arabicPeriod"/>
            </a:pPr>
            <a:r>
              <a:rPr lang="en-US" sz="1200" dirty="0">
                <a:latin typeface="Garamond" panose="02020404030301010803" pitchFamily="18" charset="0"/>
              </a:rPr>
              <a:t>Currently, For student’s authentication, DOB is used as password and Enrollment ID as login IDs, both the data is currently, stored directly in the database without hashing for simplicity and manual data addition at the database itself.</a:t>
            </a:r>
          </a:p>
          <a:p>
            <a:pPr lvl="1">
              <a:lnSpc>
                <a:spcPct val="150000"/>
              </a:lnSpc>
              <a:buFont typeface="+mj-lt"/>
              <a:buAutoNum type="arabicPeriod"/>
            </a:pPr>
            <a:r>
              <a:rPr lang="en-US" sz="1200" dirty="0">
                <a:latin typeface="Garamond" panose="02020404030301010803" pitchFamily="18" charset="0"/>
              </a:rPr>
              <a:t>Same goes for Manager’s login too, currently, for testing purposes, a dummy email and dummy password is hardcoded directly in the database</a:t>
            </a:r>
          </a:p>
          <a:p>
            <a:pPr lvl="1">
              <a:lnSpc>
                <a:spcPct val="150000"/>
              </a:lnSpc>
              <a:buFont typeface="+mj-lt"/>
              <a:buAutoNum type="arabicPeriod"/>
            </a:pPr>
            <a:r>
              <a:rPr lang="en-US" sz="1200" dirty="0">
                <a:latin typeface="Garamond" panose="02020404030301010803" pitchFamily="18" charset="0"/>
              </a:rPr>
              <a:t>In the real, functioning model of the Project, there will be a dedicated Admin Page, where services like adding Manager’s data will be there, and through that mechanism, the passwords will be stored perfectly via hashing.</a:t>
            </a:r>
          </a:p>
          <a:p>
            <a:pPr>
              <a:lnSpc>
                <a:spcPct val="150000"/>
              </a:lnSpc>
              <a:buFont typeface="+mj-lt"/>
              <a:buAutoNum type="arabicPeriod"/>
            </a:pPr>
            <a:r>
              <a:rPr lang="en-US" sz="1600" dirty="0">
                <a:latin typeface="Garamond" panose="02020404030301010803" pitchFamily="18" charset="0"/>
              </a:rPr>
              <a:t>Google Maps API integration</a:t>
            </a:r>
          </a:p>
          <a:p>
            <a:pPr lvl="1">
              <a:lnSpc>
                <a:spcPct val="150000"/>
              </a:lnSpc>
              <a:buFont typeface="+mj-lt"/>
              <a:buAutoNum type="arabicPeriod"/>
            </a:pPr>
            <a:r>
              <a:rPr lang="en-US" sz="1200" dirty="0">
                <a:latin typeface="Garamond" panose="02020404030301010803" pitchFamily="18" charset="0"/>
              </a:rPr>
              <a:t>Google Maps API can be integration to show the allotted mess’s location in a web-integrated Map, along with Building details, like A19 3</a:t>
            </a:r>
            <a:r>
              <a:rPr lang="en-US" sz="1200" baseline="30000" dirty="0">
                <a:latin typeface="Garamond" panose="02020404030301010803" pitchFamily="18" charset="0"/>
              </a:rPr>
              <a:t>rd</a:t>
            </a:r>
            <a:r>
              <a:rPr lang="en-US" sz="1200" dirty="0">
                <a:latin typeface="Garamond" panose="02020404030301010803" pitchFamily="18" charset="0"/>
              </a:rPr>
              <a:t> Floor for Alder Mess.</a:t>
            </a:r>
          </a:p>
          <a:p>
            <a:pPr lvl="1">
              <a:lnSpc>
                <a:spcPct val="150000"/>
              </a:lnSpc>
              <a:buFont typeface="+mj-lt"/>
              <a:buAutoNum type="arabicPeriod"/>
            </a:pPr>
            <a:r>
              <a:rPr lang="en-US" sz="1200" dirty="0">
                <a:latin typeface="Garamond" panose="02020404030301010803" pitchFamily="18" charset="0"/>
              </a:rPr>
              <a:t>This will increase the ease of locating mess for new students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71">
          <a:extLst>
            <a:ext uri="{FF2B5EF4-FFF2-40B4-BE49-F238E27FC236}">
              <a16:creationId xmlns:a16="http://schemas.microsoft.com/office/drawing/2014/main" id="{681A158D-95A2-BAA2-9C57-9D6E7EA7396E}"/>
            </a:ext>
          </a:extLst>
        </p:cNvPr>
        <p:cNvGrpSpPr/>
        <p:nvPr/>
      </p:nvGrpSpPr>
      <p:grpSpPr>
        <a:xfrm>
          <a:off x="0" y="0"/>
          <a:ext cx="0" cy="0"/>
          <a:chOff x="0" y="0"/>
          <a:chExt cx="0" cy="0"/>
        </a:xfrm>
      </p:grpSpPr>
      <p:pic>
        <p:nvPicPr>
          <p:cNvPr id="172" name="Google Shape;172;p37" title="Group 2200185.png">
            <a:extLst>
              <a:ext uri="{FF2B5EF4-FFF2-40B4-BE49-F238E27FC236}">
                <a16:creationId xmlns:a16="http://schemas.microsoft.com/office/drawing/2014/main" id="{AC4A77E1-6798-82A0-938A-CFB62C62D9F9}"/>
              </a:ext>
            </a:extLst>
          </p:cNvPr>
          <p:cNvPicPr preferRelativeResize="0"/>
          <p:nvPr/>
        </p:nvPicPr>
        <p:blipFill>
          <a:blip r:embed="rId3">
            <a:alphaModFix/>
          </a:blip>
          <a:stretch>
            <a:fillRect/>
          </a:stretch>
        </p:blipFill>
        <p:spPr>
          <a:xfrm>
            <a:off x="159800" y="174175"/>
            <a:ext cx="1826526" cy="327425"/>
          </a:xfrm>
          <a:prstGeom prst="rect">
            <a:avLst/>
          </a:prstGeom>
          <a:noFill/>
          <a:ln>
            <a:noFill/>
          </a:ln>
        </p:spPr>
      </p:pic>
      <p:sp>
        <p:nvSpPr>
          <p:cNvPr id="3" name="Text Placeholder 2">
            <a:extLst>
              <a:ext uri="{FF2B5EF4-FFF2-40B4-BE49-F238E27FC236}">
                <a16:creationId xmlns:a16="http://schemas.microsoft.com/office/drawing/2014/main" id="{55AABC4C-4A9D-8F06-6B7A-3DAE312D8158}"/>
              </a:ext>
            </a:extLst>
          </p:cNvPr>
          <p:cNvSpPr>
            <a:spLocks noGrp="1"/>
          </p:cNvSpPr>
          <p:nvPr>
            <p:ph type="body" idx="1"/>
          </p:nvPr>
        </p:nvSpPr>
        <p:spPr/>
        <p:txBody>
          <a:bodyPr>
            <a:normAutofit/>
          </a:bodyPr>
          <a:lstStyle/>
          <a:p>
            <a:pPr>
              <a:buFont typeface="+mj-lt"/>
              <a:buAutoNum type="arabicPeriod"/>
            </a:pPr>
            <a:r>
              <a:rPr lang="en-US" sz="1600" dirty="0">
                <a:latin typeface="Garamond" panose="02020404030301010803" pitchFamily="18" charset="0"/>
              </a:rPr>
              <a:t>History section for manager’s UI to see past attendance, crowd levels and reviews.</a:t>
            </a:r>
          </a:p>
          <a:p>
            <a:pPr>
              <a:buFont typeface="+mj-lt"/>
              <a:buAutoNum type="arabicPeriod"/>
            </a:pPr>
            <a:r>
              <a:rPr lang="en-US" sz="1600" dirty="0">
                <a:latin typeface="Garamond" panose="02020404030301010803" pitchFamily="18" charset="0"/>
              </a:rPr>
              <a:t>History section for student’s UI to see their past attendance </a:t>
            </a:r>
            <a:r>
              <a:rPr lang="en-US" sz="1600">
                <a:latin typeface="Garamond" panose="02020404030301010803" pitchFamily="18" charset="0"/>
              </a:rPr>
              <a:t>and submitted reviews.</a:t>
            </a:r>
            <a:endParaRPr lang="en-US" sz="1600" dirty="0">
              <a:latin typeface="Garamond" panose="02020404030301010803" pitchFamily="18" charset="0"/>
            </a:endParaRPr>
          </a:p>
          <a:p>
            <a:pPr>
              <a:buFont typeface="+mj-lt"/>
              <a:buAutoNum type="arabicPeriod"/>
            </a:pPr>
            <a:r>
              <a:rPr lang="en-US" sz="1600" dirty="0">
                <a:latin typeface="Garamond" panose="02020404030301010803" pitchFamily="18" charset="0"/>
              </a:rPr>
              <a:t>Other Minor fixes:</a:t>
            </a:r>
          </a:p>
          <a:p>
            <a:pPr lvl="1">
              <a:buFont typeface="+mj-lt"/>
              <a:buAutoNum type="arabicPeriod"/>
            </a:pPr>
            <a:r>
              <a:rPr lang="en-US" sz="1200" dirty="0">
                <a:latin typeface="Garamond" panose="02020404030301010803" pitchFamily="18" charset="0"/>
              </a:rPr>
              <a:t>Adding service for “Forgot Password” in the Manager’s Login Page</a:t>
            </a:r>
            <a:endParaRPr lang="en-IN" sz="1200" dirty="0">
              <a:latin typeface="Garamond" panose="02020404030301010803" pitchFamily="18" charset="0"/>
            </a:endParaRPr>
          </a:p>
        </p:txBody>
      </p:sp>
    </p:spTree>
    <p:extLst>
      <p:ext uri="{BB962C8B-B14F-4D97-AF65-F5344CB8AC3E}">
        <p14:creationId xmlns:p14="http://schemas.microsoft.com/office/powerpoint/2010/main" val="158921357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65"/>
        <p:cNvGrpSpPr/>
        <p:nvPr/>
      </p:nvGrpSpPr>
      <p:grpSpPr>
        <a:xfrm>
          <a:off x="0" y="0"/>
          <a:ext cx="0" cy="0"/>
          <a:chOff x="0" y="0"/>
          <a:chExt cx="0" cy="0"/>
        </a:xfrm>
      </p:grpSpPr>
      <p:sp>
        <p:nvSpPr>
          <p:cNvPr id="166" name="Google Shape;166;p36"/>
          <p:cNvSpPr txBox="1"/>
          <p:nvPr/>
        </p:nvSpPr>
        <p:spPr>
          <a:xfrm>
            <a:off x="146600" y="843000"/>
            <a:ext cx="8833200" cy="6354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800"/>
              <a:buFont typeface="Arial"/>
              <a:buNone/>
            </a:pPr>
            <a:r>
              <a:rPr lang="en-GB" sz="1800" b="1" i="0" u="none" strike="noStrike" cap="none">
                <a:solidFill>
                  <a:srgbClr val="434343"/>
                </a:solidFill>
                <a:latin typeface="Google Sans"/>
                <a:ea typeface="Google Sans"/>
                <a:cs typeface="Google Sans"/>
                <a:sym typeface="Google Sans"/>
              </a:rPr>
              <a:t>Provide links to your:</a:t>
            </a:r>
            <a:endParaRPr sz="1800" b="1" i="0" u="none" strike="noStrike" cap="none">
              <a:solidFill>
                <a:srgbClr val="434343"/>
              </a:solidFill>
              <a:latin typeface="Google Sans"/>
              <a:ea typeface="Google Sans"/>
              <a:cs typeface="Google Sans"/>
              <a:sym typeface="Google Sans"/>
            </a:endParaRPr>
          </a:p>
          <a:p>
            <a:pPr marL="0" marR="0" lvl="0" indent="0" algn="l" rtl="0">
              <a:lnSpc>
                <a:spcPct val="100000"/>
              </a:lnSpc>
              <a:spcBef>
                <a:spcPts val="0"/>
              </a:spcBef>
              <a:spcAft>
                <a:spcPts val="0"/>
              </a:spcAft>
              <a:buClr>
                <a:srgbClr val="000000"/>
              </a:buClr>
              <a:buSzPts val="1800"/>
              <a:buFont typeface="Arial"/>
              <a:buNone/>
            </a:pPr>
            <a:endParaRPr sz="1800" b="1" i="0" u="none" strike="noStrike" cap="none">
              <a:solidFill>
                <a:srgbClr val="434343"/>
              </a:solidFill>
              <a:latin typeface="Google Sans"/>
              <a:ea typeface="Google Sans"/>
              <a:cs typeface="Google Sans"/>
              <a:sym typeface="Google Sans"/>
            </a:endParaRPr>
          </a:p>
          <a:p>
            <a:pPr marL="457200" marR="0" lvl="0" indent="-342900" algn="l" rtl="0">
              <a:lnSpc>
                <a:spcPct val="100000"/>
              </a:lnSpc>
              <a:spcBef>
                <a:spcPts val="0"/>
              </a:spcBef>
              <a:spcAft>
                <a:spcPts val="0"/>
              </a:spcAft>
              <a:buClr>
                <a:srgbClr val="434343"/>
              </a:buClr>
              <a:buSzPts val="1800"/>
              <a:buFont typeface="Google Sans"/>
              <a:buAutoNum type="arabicPeriod"/>
            </a:pPr>
            <a:r>
              <a:rPr lang="en-GB" sz="1800" b="1" i="0" u="none" strike="noStrike" cap="none">
                <a:solidFill>
                  <a:srgbClr val="434343"/>
                </a:solidFill>
                <a:latin typeface="Google Sans"/>
                <a:ea typeface="Google Sans"/>
                <a:cs typeface="Google Sans"/>
                <a:sym typeface="Google Sans"/>
              </a:rPr>
              <a:t>GitHub Public Repository</a:t>
            </a:r>
            <a:endParaRPr sz="1800" b="1" i="0" u="none" strike="noStrike" cap="none">
              <a:solidFill>
                <a:srgbClr val="434343"/>
              </a:solidFill>
              <a:latin typeface="Google Sans"/>
              <a:ea typeface="Google Sans"/>
              <a:cs typeface="Google Sans"/>
              <a:sym typeface="Google Sans"/>
            </a:endParaRPr>
          </a:p>
          <a:p>
            <a:pPr marL="457200" marR="0" lvl="0" indent="-342900" algn="l" rtl="0">
              <a:lnSpc>
                <a:spcPct val="100000"/>
              </a:lnSpc>
              <a:spcBef>
                <a:spcPts val="0"/>
              </a:spcBef>
              <a:spcAft>
                <a:spcPts val="0"/>
              </a:spcAft>
              <a:buClr>
                <a:srgbClr val="434343"/>
              </a:buClr>
              <a:buSzPts val="1800"/>
              <a:buFont typeface="Google Sans"/>
              <a:buAutoNum type="arabicPeriod"/>
            </a:pPr>
            <a:r>
              <a:rPr lang="en-GB" sz="1800" b="1" i="0" u="none" strike="noStrike" cap="none">
                <a:solidFill>
                  <a:srgbClr val="434343"/>
                </a:solidFill>
                <a:latin typeface="Google Sans"/>
                <a:ea typeface="Google Sans"/>
                <a:cs typeface="Google Sans"/>
                <a:sym typeface="Google Sans"/>
              </a:rPr>
              <a:t>Demo Video Link (3 Minutes)</a:t>
            </a:r>
            <a:endParaRPr sz="1800" b="1" i="0" u="none" strike="noStrike" cap="none">
              <a:solidFill>
                <a:srgbClr val="434343"/>
              </a:solidFill>
              <a:latin typeface="Google Sans"/>
              <a:ea typeface="Google Sans"/>
              <a:cs typeface="Google Sans"/>
              <a:sym typeface="Google Sans"/>
            </a:endParaRPr>
          </a:p>
          <a:p>
            <a:pPr marL="457200" marR="0" lvl="0" indent="-342900" algn="l" rtl="0">
              <a:lnSpc>
                <a:spcPct val="100000"/>
              </a:lnSpc>
              <a:spcBef>
                <a:spcPts val="0"/>
              </a:spcBef>
              <a:spcAft>
                <a:spcPts val="0"/>
              </a:spcAft>
              <a:buClr>
                <a:srgbClr val="434343"/>
              </a:buClr>
              <a:buSzPts val="1800"/>
              <a:buFont typeface="Google Sans"/>
              <a:buAutoNum type="arabicPeriod"/>
            </a:pPr>
            <a:r>
              <a:rPr lang="en-GB" sz="1800" b="1" i="0" u="none" strike="noStrike" cap="none">
                <a:solidFill>
                  <a:srgbClr val="434343"/>
                </a:solidFill>
                <a:latin typeface="Google Sans"/>
                <a:ea typeface="Google Sans"/>
                <a:cs typeface="Google Sans"/>
                <a:sym typeface="Google Sans"/>
              </a:rPr>
              <a:t>MVP Link</a:t>
            </a:r>
            <a:endParaRPr sz="1800" b="1" i="0" u="none" strike="noStrike" cap="none">
              <a:solidFill>
                <a:srgbClr val="434343"/>
              </a:solidFill>
              <a:latin typeface="Google Sans"/>
              <a:ea typeface="Google Sans"/>
              <a:cs typeface="Google Sans"/>
              <a:sym typeface="Google Sans"/>
            </a:endParaRPr>
          </a:p>
        </p:txBody>
      </p:sp>
      <p:pic>
        <p:nvPicPr>
          <p:cNvPr id="167" name="Google Shape;167;p36" title="Group 2200185.png"/>
          <p:cNvPicPr preferRelativeResize="0"/>
          <p:nvPr/>
        </p:nvPicPr>
        <p:blipFill>
          <a:blip r:embed="rId3">
            <a:alphaModFix/>
          </a:blip>
          <a:stretch>
            <a:fillRect/>
          </a:stretch>
        </p:blipFill>
        <p:spPr>
          <a:xfrm>
            <a:off x="159800" y="174175"/>
            <a:ext cx="1826526" cy="327425"/>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71">
          <a:extLst>
            <a:ext uri="{FF2B5EF4-FFF2-40B4-BE49-F238E27FC236}">
              <a16:creationId xmlns:a16="http://schemas.microsoft.com/office/drawing/2014/main" id="{4CD951AF-CF5C-269C-71AD-A2CA9C55E946}"/>
            </a:ext>
          </a:extLst>
        </p:cNvPr>
        <p:cNvGrpSpPr/>
        <p:nvPr/>
      </p:nvGrpSpPr>
      <p:grpSpPr>
        <a:xfrm>
          <a:off x="0" y="0"/>
          <a:ext cx="0" cy="0"/>
          <a:chOff x="0" y="0"/>
          <a:chExt cx="0" cy="0"/>
        </a:xfrm>
      </p:grpSpPr>
      <p:pic>
        <p:nvPicPr>
          <p:cNvPr id="172" name="Google Shape;172;p37" title="Group 2200185.png">
            <a:extLst>
              <a:ext uri="{FF2B5EF4-FFF2-40B4-BE49-F238E27FC236}">
                <a16:creationId xmlns:a16="http://schemas.microsoft.com/office/drawing/2014/main" id="{137C8EC9-05CB-6AA8-B07F-C7FF021A7199}"/>
              </a:ext>
            </a:extLst>
          </p:cNvPr>
          <p:cNvPicPr preferRelativeResize="0"/>
          <p:nvPr/>
        </p:nvPicPr>
        <p:blipFill>
          <a:blip r:embed="rId3">
            <a:alphaModFix/>
          </a:blip>
          <a:stretch>
            <a:fillRect/>
          </a:stretch>
        </p:blipFill>
        <p:spPr>
          <a:xfrm>
            <a:off x="159800" y="174175"/>
            <a:ext cx="1826526" cy="327425"/>
          </a:xfrm>
          <a:prstGeom prst="rect">
            <a:avLst/>
          </a:prstGeom>
          <a:noFill/>
          <a:ln>
            <a:noFill/>
          </a:ln>
        </p:spPr>
      </p:pic>
    </p:spTree>
    <p:extLst>
      <p:ext uri="{BB962C8B-B14F-4D97-AF65-F5344CB8AC3E}">
        <p14:creationId xmlns:p14="http://schemas.microsoft.com/office/powerpoint/2010/main" val="329308207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76"/>
        <p:cNvGrpSpPr/>
        <p:nvPr/>
      </p:nvGrpSpPr>
      <p:grpSpPr>
        <a:xfrm>
          <a:off x="0" y="0"/>
          <a:ext cx="0" cy="0"/>
          <a:chOff x="0" y="0"/>
          <a:chExt cx="0" cy="0"/>
        </a:xfrm>
      </p:grpSpPr>
      <p:sp>
        <p:nvSpPr>
          <p:cNvPr id="177" name="Google Shape;177;p38"/>
          <p:cNvSpPr txBox="1">
            <a:spLocks noGrp="1"/>
          </p:cNvSpPr>
          <p:nvPr>
            <p:ph type="ctrTitle"/>
          </p:nvPr>
        </p:nvSpPr>
        <p:spPr>
          <a:xfrm>
            <a:off x="311708" y="744575"/>
            <a:ext cx="8520600" cy="2052600"/>
          </a:xfrm>
          <a:prstGeom prst="rect">
            <a:avLst/>
          </a:prstGeom>
          <a:noFill/>
          <a:ln>
            <a:noFill/>
          </a:ln>
        </p:spPr>
        <p:txBody>
          <a:bodyPr spcFirstLastPara="1" wrap="square" lIns="91425" tIns="91425" rIns="91425" bIns="91425" anchor="b" anchorCtr="0">
            <a:normAutofit/>
          </a:bodyPr>
          <a:lstStyle/>
          <a:p>
            <a:pPr marL="0" lvl="0" indent="0" algn="ctr" rtl="0">
              <a:lnSpc>
                <a:spcPct val="100000"/>
              </a:lnSpc>
              <a:spcBef>
                <a:spcPts val="0"/>
              </a:spcBef>
              <a:spcAft>
                <a:spcPts val="0"/>
              </a:spcAft>
              <a:buSzPts val="5200"/>
              <a:buNone/>
            </a:pPr>
            <a:endParaRPr/>
          </a:p>
        </p:txBody>
      </p:sp>
      <p:sp>
        <p:nvSpPr>
          <p:cNvPr id="178" name="Google Shape;178;p38"/>
          <p:cNvSpPr txBox="1">
            <a:spLocks noGrp="1"/>
          </p:cNvSpPr>
          <p:nvPr>
            <p:ph type="subTitle" idx="1"/>
          </p:nvPr>
        </p:nvSpPr>
        <p:spPr>
          <a:xfrm>
            <a:off x="311700" y="2834125"/>
            <a:ext cx="8520600" cy="792600"/>
          </a:xfrm>
          <a:prstGeom prst="rect">
            <a:avLst/>
          </a:prstGeom>
          <a:noFill/>
          <a:ln>
            <a:noFill/>
          </a:ln>
        </p:spPr>
        <p:txBody>
          <a:bodyPr spcFirstLastPara="1" wrap="square" lIns="91425" tIns="91425" rIns="91425" bIns="91425" anchor="t" anchorCtr="0">
            <a:normAutofit/>
          </a:bodyPr>
          <a:lstStyle/>
          <a:p>
            <a:pPr marL="0" lvl="0" indent="0" algn="ctr" rtl="0">
              <a:lnSpc>
                <a:spcPct val="100000"/>
              </a:lnSpc>
              <a:spcBef>
                <a:spcPts val="0"/>
              </a:spcBef>
              <a:spcAft>
                <a:spcPts val="0"/>
              </a:spcAft>
              <a:buSzPts val="2800"/>
              <a:buNone/>
            </a:pPr>
            <a:endParaRPr/>
          </a:p>
        </p:txBody>
      </p:sp>
      <p:pic>
        <p:nvPicPr>
          <p:cNvPr id="179" name="Google Shape;179;p38" title="tq slide techsprint.png"/>
          <p:cNvPicPr preferRelativeResize="0"/>
          <p:nvPr/>
        </p:nvPicPr>
        <p:blipFill rotWithShape="1">
          <a:blip r:embed="rId3">
            <a:alphaModFix/>
          </a:blip>
          <a:srcRect/>
          <a:stretch/>
        </p:blipFill>
        <p:spPr>
          <a:xfrm>
            <a:off x="0" y="0"/>
            <a:ext cx="9144000" cy="5143500"/>
          </a:xfrm>
          <a:prstGeom prst="rect">
            <a:avLst/>
          </a:prstGeom>
          <a:noFill/>
          <a:ln>
            <a:noFill/>
          </a:ln>
        </p:spPr>
      </p:pic>
      <p:sp>
        <p:nvSpPr>
          <p:cNvPr id="180" name="Google Shape;180;p38"/>
          <p:cNvSpPr txBox="1"/>
          <p:nvPr/>
        </p:nvSpPr>
        <p:spPr>
          <a:xfrm>
            <a:off x="343275" y="3962950"/>
            <a:ext cx="3712800" cy="9390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n-GB" sz="4900" b="1">
                <a:solidFill>
                  <a:schemeClr val="dk1"/>
                </a:solidFill>
                <a:latin typeface="Google Sans"/>
                <a:ea typeface="Google Sans"/>
                <a:cs typeface="Google Sans"/>
                <a:sym typeface="Google Sans"/>
              </a:rPr>
              <a:t>Thank you!</a:t>
            </a:r>
            <a:endParaRPr sz="4500" b="1"/>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100</TotalTime>
  <Words>900</Words>
  <Application>Microsoft Office PowerPoint</Application>
  <PresentationFormat>On-screen Show (16:9)</PresentationFormat>
  <Paragraphs>66</Paragraphs>
  <Slides>16</Slides>
  <Notes>16</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16</vt:i4>
      </vt:variant>
    </vt:vector>
  </HeadingPairs>
  <TitlesOfParts>
    <vt:vector size="20" baseType="lpstr">
      <vt:lpstr>Arial</vt:lpstr>
      <vt:lpstr>Garamond</vt:lpstr>
      <vt:lpstr>Google Sans</vt:lpstr>
      <vt:lpstr>Simple Light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Aryan Sisodiya</cp:lastModifiedBy>
  <cp:revision>4</cp:revision>
  <dcterms:modified xsi:type="dcterms:W3CDTF">2025-12-25T13:13:46Z</dcterms:modified>
</cp:coreProperties>
</file>